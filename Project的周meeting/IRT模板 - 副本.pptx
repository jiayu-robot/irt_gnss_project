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5D3_9A3E1C86.xml" ContentType="application/vnd.ms-powerpoint.comments+xml"/>
  <Override PartName="/ppt/comments/modernComment_5D4_69A6FFE9.xml" ContentType="application/vnd.ms-powerpoint.comments+xml"/>
  <Override PartName="/ppt/comments/modernComment_5D5_2D29FAA8.xml" ContentType="application/vnd.ms-powerpoint.comments+xml"/>
  <Override PartName="/ppt/comments/modernComment_5D6_800809F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1490" r:id="rId2"/>
    <p:sldId id="1491" r:id="rId3"/>
    <p:sldId id="1492" r:id="rId4"/>
    <p:sldId id="1493" r:id="rId5"/>
    <p:sldId id="1494" r:id="rId6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D497B-7AD7-723A-043A-6745C347B782}" name="jiayu yang" initials="jy" userId="8067bb61bfadfd7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5"/>
    <a:srgbClr val="00549F"/>
    <a:srgbClr val="E9F1FA"/>
    <a:srgbClr val="272727"/>
    <a:srgbClr val="962F2F"/>
    <a:srgbClr val="57AB27"/>
    <a:srgbClr val="438CD4"/>
    <a:srgbClr val="A6A6A6"/>
    <a:srgbClr val="D5DDE6"/>
    <a:srgbClr val="29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 autoAdjust="0"/>
    <p:restoredTop sz="96265" autoAdjust="0"/>
  </p:normalViewPr>
  <p:slideViewPr>
    <p:cSldViewPr snapToGrid="0" showGuides="1">
      <p:cViewPr varScale="1">
        <p:scale>
          <a:sx n="98" d="100"/>
          <a:sy n="98" d="100"/>
        </p:scale>
        <p:origin x="10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269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5D3_9A3E1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371CBC-7ABD-4994-A10C-BE3C8476038E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comments/modernComment_5D4_69A6FF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95E649-A45E-454C-B06F-0127E9B0A459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5_2D29FA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D1A12F-609A-460D-B722-D37CBAB442E3}" authorId="{DC7D497B-7AD7-723A-043A-6745C347B782}" created="2025-10-14T07:42:17.012">
    <pc:sldMkLst xmlns:pc="http://schemas.microsoft.com/office/powerpoint/2013/main/command">
      <pc:docMk/>
      <pc:sldMk cId="757725864" sldId="1493"/>
    </pc:sldMkLst>
    <p188:txBody>
      <a:bodyPr/>
      <a:lstStyle/>
      <a:p>
        <a:r>
          <a:rPr lang="zh-CN" altLang="en-US"/>
          <a:t>主要记录所存在的问题</a:t>
        </a:r>
      </a:p>
    </p188:txBody>
  </p188:cm>
</p188:cmLst>
</file>

<file path=ppt/comments/modernComment_5D6_800809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A3AF4D-00DF-4525-B0E1-C123AE132E22}" authorId="{DC7D497B-7AD7-723A-043A-6745C347B782}" created="2025-10-14T07:42:54.8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8010495" sldId="1494"/>
      <ac:spMk id="2" creationId="{7E2AB971-AD86-413C-F120-B9511FB43C1F}"/>
    </ac:deMkLst>
    <p188:txBody>
      <a:bodyPr/>
      <a:lstStyle/>
      <a:p>
        <a:r>
          <a:rPr lang="zh-CN" altLang="en-US"/>
          <a:t>明确下周目标
时间规划（例如每日任务）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517FCCCD-D206-47CF-B944-0B3BF2D9079C}" type="datetimeFigureOut">
              <a:rPr lang="de-DE" altLang="de-DE"/>
              <a:pPr>
                <a:defRPr/>
              </a:pPr>
              <a:t>14.10.2025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59670E0-7F84-4741-B550-65997F2A51F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553552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F27E609-FD42-4B8F-BE3E-F1EA95C6459B}" type="datetimeFigureOut">
              <a:rPr lang="de-DE" altLang="de-DE"/>
              <a:pPr>
                <a:defRPr/>
              </a:pPr>
              <a:t>14.10.2025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7" rIns="88212" bIns="44107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3"/>
            <a:ext cx="5438748" cy="3907835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26920C50-29F7-474C-BAE4-5B8F6564B22A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390345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99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7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453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4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5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759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/3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3840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8149199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8149199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359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1/3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44268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384000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268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384000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327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04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9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7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4"/>
            <a:ext cx="7002462" cy="395286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Teaser-Folie I Projekt/Bachelor/Masterarbeit von Vorname 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Titel der Arbeit I Datum</a:t>
            </a:r>
            <a:endParaRPr lang="de-DE" altLang="de-DE" sz="1050" kern="1200" baseline="0" dirty="0">
              <a:solidFill>
                <a:schemeClr val="tx2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220154-828B-4C84-BC39-BAE48C2A1705}" type="slidenum">
              <a:rPr lang="de-DE" altLang="de-DE" sz="105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1050" dirty="0">
              <a:solidFill>
                <a:schemeClr val="tx2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8" r:id="rId8"/>
    <p:sldLayoutId id="2147483869" r:id="rId9"/>
    <p:sldLayoutId id="2147483865" r:id="rId10"/>
    <p:sldLayoutId id="2147483866" r:id="rId11"/>
    <p:sldLayoutId id="2147483859" r:id="rId12"/>
    <p:sldLayoutId id="2147483867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3_9A3E1C8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4_69A6FFE9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5_2D29FAA8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6_800809FF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Vorname Name, Betreut durch: Vorname Name des/r Betreuers/in, Datum 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384000" y="1158150"/>
            <a:ext cx="11484000" cy="252000"/>
          </a:xfrm>
        </p:spPr>
        <p:txBody>
          <a:bodyPr/>
          <a:lstStyle/>
          <a:p>
            <a:r>
              <a:rPr lang="de-DE" dirty="0"/>
              <a:t>Projekt/Bachelor/Masterarbeitsvortrag: Titel der Arbeit</a:t>
            </a:r>
          </a:p>
        </p:txBody>
      </p:sp>
      <p:sp>
        <p:nvSpPr>
          <p:cNvPr id="5" name="CustomShape 2"/>
          <p:cNvSpPr/>
          <p:nvPr/>
        </p:nvSpPr>
        <p:spPr>
          <a:xfrm>
            <a:off x="693043" y="1924977"/>
            <a:ext cx="4859337" cy="352551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>
            <a:spAutoFit/>
          </a:bodyPr>
          <a:lstStyle/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3 oder 4 Stickpunkte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für Hauptergebnisse und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 Weniger als 15 Wörter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pro Stichpunkt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Nur</a:t>
            </a:r>
            <a:r>
              <a:rPr lang="de-DE" sz="1600" b="1" i="1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Bild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(dafür das Bild zur Rechten durch eigenes Bild ersetzen)</a:t>
            </a:r>
            <a:endParaRPr lang="de-DE" sz="1600" spc="-1" dirty="0"/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Die Teaser-Folie </a:t>
            </a:r>
            <a:r>
              <a:rPr lang="de-DE" sz="1600" spc="-1">
                <a:solidFill>
                  <a:srgbClr val="000000"/>
                </a:solidFill>
                <a:ea typeface="PMingLiU"/>
              </a:rPr>
              <a:t>sollte als </a:t>
            </a:r>
            <a:r>
              <a:rPr lang="de-DE" sz="1600" b="1" spc="-1" dirty="0" err="1">
                <a:solidFill>
                  <a:srgbClr val="000000"/>
                </a:solidFill>
                <a:ea typeface="PMingLiU"/>
              </a:rPr>
              <a:t>pdf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Woche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vor dem Vortrag im </a:t>
            </a:r>
            <a:r>
              <a:rPr lang="de-DE" sz="1600" spc="-1" dirty="0" err="1">
                <a:solidFill>
                  <a:srgbClr val="000000"/>
                </a:solidFill>
                <a:ea typeface="PMingLiU"/>
              </a:rPr>
              <a:t>wiki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hochgeladen und verlinkt werden (max. 2MB)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Formatierung beibehalten: 16:9 – Format, IRT – Master,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20pt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in Fett für den Titel,  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16pt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für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kurze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Ausführung der Hauptergebnisse der Arbeit </a:t>
            </a:r>
          </a:p>
          <a:p>
            <a:pPr marL="285750" indent="-285750"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7971502" y="4977582"/>
            <a:ext cx="3292631" cy="28360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3750" rIns="67500" bIns="337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Bildunterschrift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ist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optional, </a:t>
            </a:r>
            <a:r>
              <a:rPr lang="en-US" sz="1400" b="1" spc="-1" dirty="0">
                <a:solidFill>
                  <a:srgbClr val="000000"/>
                </a:solidFill>
                <a:ea typeface="PMingLiU"/>
              </a:rPr>
              <a:t>Arial 14pt</a:t>
            </a:r>
            <a:endParaRPr lang="en-US" sz="1400" b="1" spc="-1" dirty="0"/>
          </a:p>
        </p:txBody>
      </p:sp>
      <p:sp>
        <p:nvSpPr>
          <p:cNvPr id="8" name="CustomShape 5"/>
          <p:cNvSpPr/>
          <p:nvPr/>
        </p:nvSpPr>
        <p:spPr>
          <a:xfrm>
            <a:off x="7309935" y="2426208"/>
            <a:ext cx="4472650" cy="2408327"/>
          </a:xfrm>
          <a:prstGeom prst="rect">
            <a:avLst/>
          </a:prstGeom>
          <a:blipFill rotWithShape="0">
            <a:blip r:embed="rId3"/>
            <a:tile/>
          </a:blip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71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5A0200-94A9-1893-FE11-5F49FC2C3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DA6A6A-207E-5BDB-4347-74665AC3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1.Last Week’s Tasks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6CC0F6-26FF-8C88-2E83-0DAD81C1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761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1E05A6-7AD4-D044-4BFE-8C7C650328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CC2BCC-8415-D0FE-0866-FA2B1B54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F14CB5-223F-2993-005C-2EFAEE1E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552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A56887-C91A-1F54-CBEB-E1EAC2959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B1BFA4-B7AB-E140-1DD3-C999F875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3.Challenges &amp; Solutions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F900E7-18ED-6CC1-3F80-7C04B311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725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2AB971-AD86-413C-F120-B9511FB43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E890C-2E17-3EFD-8B75-E0C9EC5A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4.Next Week Goal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FFCC9-4B03-D9F1-FE38-6481C06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104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12157BE7-C41B-4251-A630-7876F5189DEC}" vid="{D5CAF79C-9B5F-40C2-AC3C-45C714C492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Präsentationsvorlage_IRT</Template>
  <TotalTime>14</TotalTime>
  <Words>128</Words>
  <Application>Microsoft Office PowerPoint</Application>
  <PresentationFormat>宽屏</PresentationFormat>
  <Paragraphs>12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PMingLiU</vt:lpstr>
      <vt:lpstr>Arial</vt:lpstr>
      <vt:lpstr>Calibri</vt:lpstr>
      <vt:lpstr>Symbol</vt:lpstr>
      <vt:lpstr>Wingdings</vt:lpstr>
      <vt:lpstr>Präsentation_Master_RWTH_Institute_16zu9</vt:lpstr>
      <vt:lpstr>Vorname Name, Betreut durch: Vorname Name des/r Betreuers/in, Datum </vt:lpstr>
      <vt:lpstr>1.Last Week’s Tasks</vt:lpstr>
      <vt:lpstr>2.Progress Overview</vt:lpstr>
      <vt:lpstr>3.Challenges &amp; Solutions</vt:lpstr>
      <vt:lpstr>4.Next Week Goal</vt:lpstr>
    </vt:vector>
  </TitlesOfParts>
  <Company>Institut für Regelungstechnik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Baader</dc:creator>
  <cp:lastModifiedBy>jiayu yang</cp:lastModifiedBy>
  <cp:revision>1529</cp:revision>
  <cp:lastPrinted>2020-01-08T09:35:20Z</cp:lastPrinted>
  <dcterms:created xsi:type="dcterms:W3CDTF">2018-05-24T07:56:59Z</dcterms:created>
  <dcterms:modified xsi:type="dcterms:W3CDTF">2025-10-14T07:44:31Z</dcterms:modified>
</cp:coreProperties>
</file>