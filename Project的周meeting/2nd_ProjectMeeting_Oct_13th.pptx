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67" r:id="rId4"/>
    <p:sldId id="268" r:id="rId5"/>
    <p:sldId id="274" r:id="rId6"/>
    <p:sldId id="275" r:id="rId7"/>
    <p:sldId id="258" r:id="rId8"/>
    <p:sldId id="262" r:id="rId9"/>
    <p:sldId id="259" r:id="rId10"/>
    <p:sldId id="272" r:id="rId11"/>
    <p:sldId id="273" r:id="rId12"/>
    <p:sldId id="257" r:id="rId13"/>
    <p:sldId id="265" r:id="rId14"/>
    <p:sldId id="266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86AA153-91A0-4887-89D3-D9C32C121275}">
          <p14:sldIdLst>
            <p14:sldId id="256"/>
            <p14:sldId id="271"/>
          </p14:sldIdLst>
        </p14:section>
        <p14:section name="Dataset problems" id="{B420095A-2748-4C6D-BA91-1958DF3973D0}">
          <p14:sldIdLst>
            <p14:sldId id="267"/>
            <p14:sldId id="268"/>
            <p14:sldId id="274"/>
            <p14:sldId id="275"/>
          </p14:sldIdLst>
        </p14:section>
        <p14:section name="model itself" id="{C4E088B6-7277-43E2-9B9E-6177D0DBFAEA}">
          <p14:sldIdLst>
            <p14:sldId id="258"/>
            <p14:sldId id="262"/>
          </p14:sldIdLst>
        </p14:section>
        <p14:section name="transfer learning" id="{13B1AF59-B405-42BC-8CC3-2D2746999DAA}">
          <p14:sldIdLst>
            <p14:sldId id="259"/>
            <p14:sldId id="272"/>
            <p14:sldId id="273"/>
            <p14:sldId id="257"/>
          </p14:sldIdLst>
        </p14:section>
        <p14:section name="new article" id="{CC909993-29F7-4F6C-85E9-F3DF71779BCD}">
          <p14:sldIdLst>
            <p14:sldId id="265"/>
          </p14:sldIdLst>
        </p14:section>
        <p14:section name="Additional question" id="{66D10CFF-8A01-4A08-8F48-E1DDF57965A8}">
          <p14:sldIdLst>
            <p14:sldId id="266"/>
          </p14:sldIdLst>
        </p14:section>
        <p14:section name="this week plan" id="{37E18CCC-BA1C-4B94-B356-AD864A721181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227" y="2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92394C-512C-4ADD-A2DF-7D9FFAAC56D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007E7A1C-9FC0-48E7-976E-521F517917FF}">
      <dgm:prSet phldrT="[文本]"/>
      <dgm:spPr/>
      <dgm:t>
        <a:bodyPr/>
        <a:lstStyle/>
        <a:p>
          <a:r>
            <a:rPr lang="en-US" altLang="zh-CN" dirty="0"/>
            <a:t>Data </a:t>
          </a:r>
          <a:r>
            <a:rPr lang="en-US" altLang="zh-CN" dirty="0" err="1"/>
            <a:t>Proecessing</a:t>
          </a:r>
          <a:endParaRPr lang="zh-CN" altLang="en-US" dirty="0"/>
        </a:p>
      </dgm:t>
    </dgm:pt>
    <dgm:pt modelId="{FA5A8D11-3EDE-4B9C-95B7-D3A9ED78523E}" type="parTrans" cxnId="{D67C9DF3-5377-4155-B54C-0C8569B1679A}">
      <dgm:prSet/>
      <dgm:spPr/>
      <dgm:t>
        <a:bodyPr/>
        <a:lstStyle/>
        <a:p>
          <a:endParaRPr lang="zh-CN" altLang="en-US"/>
        </a:p>
      </dgm:t>
    </dgm:pt>
    <dgm:pt modelId="{D5C16E73-197F-4F3B-A84B-8BE3A82239B9}" type="sibTrans" cxnId="{D67C9DF3-5377-4155-B54C-0C8569B1679A}">
      <dgm:prSet/>
      <dgm:spPr/>
      <dgm:t>
        <a:bodyPr/>
        <a:lstStyle/>
        <a:p>
          <a:endParaRPr lang="zh-CN" altLang="en-US"/>
        </a:p>
      </dgm:t>
    </dgm:pt>
    <dgm:pt modelId="{0CC01B12-D22F-40AB-BE60-50084E38BE68}">
      <dgm:prSet phldrT="[文本]" phldr="0"/>
      <dgm:spPr/>
      <dgm:t>
        <a:bodyPr/>
        <a:lstStyle/>
        <a:p>
          <a:r>
            <a:rPr lang="en-US" altLang="zh-CN" dirty="0"/>
            <a:t>Merge two documents</a:t>
          </a:r>
          <a:endParaRPr lang="zh-CN" altLang="en-US" dirty="0"/>
        </a:p>
      </dgm:t>
    </dgm:pt>
    <dgm:pt modelId="{2131F491-B19F-4C50-ABCC-837382D7CEA1}" type="parTrans" cxnId="{0FE3EF8F-4AC1-4EFF-9EF3-364A7386CCA8}">
      <dgm:prSet/>
      <dgm:spPr/>
      <dgm:t>
        <a:bodyPr/>
        <a:lstStyle/>
        <a:p>
          <a:endParaRPr lang="zh-CN" altLang="en-US"/>
        </a:p>
      </dgm:t>
    </dgm:pt>
    <dgm:pt modelId="{2D70DADD-FBE4-42F9-AC09-34E6F531A1C8}" type="sibTrans" cxnId="{0FE3EF8F-4AC1-4EFF-9EF3-364A7386CCA8}">
      <dgm:prSet/>
      <dgm:spPr/>
      <dgm:t>
        <a:bodyPr/>
        <a:lstStyle/>
        <a:p>
          <a:endParaRPr lang="zh-CN" altLang="en-US"/>
        </a:p>
      </dgm:t>
    </dgm:pt>
    <dgm:pt modelId="{35EB637C-3952-49DD-914C-7FA55D428FB0}">
      <dgm:prSet phldrT="[文本]" phldr="0"/>
      <dgm:spPr/>
      <dgm:t>
        <a:bodyPr/>
        <a:lstStyle/>
        <a:p>
          <a:r>
            <a:rPr lang="en-US" altLang="zh-CN" dirty="0"/>
            <a:t>Import them to SPP position calculation</a:t>
          </a:r>
          <a:endParaRPr lang="zh-CN" altLang="en-US" dirty="0"/>
        </a:p>
      </dgm:t>
    </dgm:pt>
    <dgm:pt modelId="{666ADFEC-F28F-4B02-A0D5-9025DBC6FB80}" type="parTrans" cxnId="{03565A56-9543-483F-AD96-4F63D8016656}">
      <dgm:prSet/>
      <dgm:spPr/>
      <dgm:t>
        <a:bodyPr/>
        <a:lstStyle/>
        <a:p>
          <a:endParaRPr lang="zh-CN" altLang="en-US"/>
        </a:p>
      </dgm:t>
    </dgm:pt>
    <dgm:pt modelId="{0D60247C-4E0B-4774-9322-B1EF10629E14}" type="sibTrans" cxnId="{03565A56-9543-483F-AD96-4F63D8016656}">
      <dgm:prSet/>
      <dgm:spPr/>
      <dgm:t>
        <a:bodyPr/>
        <a:lstStyle/>
        <a:p>
          <a:endParaRPr lang="zh-CN" altLang="en-US"/>
        </a:p>
      </dgm:t>
    </dgm:pt>
    <dgm:pt modelId="{A4383D1B-8EF2-4651-82AA-866A77E9A56C}">
      <dgm:prSet/>
      <dgm:spPr/>
      <dgm:t>
        <a:bodyPr/>
        <a:lstStyle/>
        <a:p>
          <a:r>
            <a:rPr lang="en-US" altLang="zh-CN" dirty="0"/>
            <a:t>Compare the output with pos document</a:t>
          </a:r>
          <a:endParaRPr lang="zh-CN" altLang="en-US" dirty="0"/>
        </a:p>
      </dgm:t>
    </dgm:pt>
    <dgm:pt modelId="{86FBC6E7-8513-497A-AB4B-BB44C15C860C}" type="parTrans" cxnId="{6E2CD327-46D1-43DF-A0C2-AB91354C8D00}">
      <dgm:prSet/>
      <dgm:spPr/>
      <dgm:t>
        <a:bodyPr/>
        <a:lstStyle/>
        <a:p>
          <a:endParaRPr lang="zh-CN" altLang="en-US"/>
        </a:p>
      </dgm:t>
    </dgm:pt>
    <dgm:pt modelId="{A2DB1CE4-9D3D-45DF-AE4E-A20151972A8E}" type="sibTrans" cxnId="{6E2CD327-46D1-43DF-A0C2-AB91354C8D00}">
      <dgm:prSet/>
      <dgm:spPr/>
      <dgm:t>
        <a:bodyPr/>
        <a:lstStyle/>
        <a:p>
          <a:endParaRPr lang="zh-CN" altLang="en-US"/>
        </a:p>
      </dgm:t>
    </dgm:pt>
    <dgm:pt modelId="{C53E4441-1BB0-43F7-9A35-0EE942FB8719}">
      <dgm:prSet/>
      <dgm:spPr/>
      <dgm:t>
        <a:bodyPr/>
        <a:lstStyle/>
        <a:p>
          <a:r>
            <a:rPr lang="en-US" altLang="zh-CN" dirty="0"/>
            <a:t>RSME </a:t>
          </a:r>
          <a:r>
            <a:rPr lang="zh-CN" altLang="en-US" dirty="0"/>
            <a:t>均方根</a:t>
          </a:r>
        </a:p>
      </dgm:t>
    </dgm:pt>
    <dgm:pt modelId="{833C2B39-1168-4B02-AD24-EC2DEDD86ED7}" type="parTrans" cxnId="{8AF66671-B918-4C9A-9332-C14766498BA5}">
      <dgm:prSet/>
      <dgm:spPr/>
      <dgm:t>
        <a:bodyPr/>
        <a:lstStyle/>
        <a:p>
          <a:endParaRPr lang="zh-CN" altLang="en-US"/>
        </a:p>
      </dgm:t>
    </dgm:pt>
    <dgm:pt modelId="{88F4C1A1-0508-468D-8673-3ED67AED9347}" type="sibTrans" cxnId="{8AF66671-B918-4C9A-9332-C14766498BA5}">
      <dgm:prSet/>
      <dgm:spPr/>
      <dgm:t>
        <a:bodyPr/>
        <a:lstStyle/>
        <a:p>
          <a:endParaRPr lang="zh-CN" altLang="en-US"/>
        </a:p>
      </dgm:t>
    </dgm:pt>
    <dgm:pt modelId="{CD29115C-F340-4D7A-90E8-EF5BCB646A87}" type="pres">
      <dgm:prSet presAssocID="{DF92394C-512C-4ADD-A2DF-7D9FFAAC56D6}" presName="Name0" presStyleCnt="0">
        <dgm:presLayoutVars>
          <dgm:dir/>
          <dgm:resizeHandles val="exact"/>
        </dgm:presLayoutVars>
      </dgm:prSet>
      <dgm:spPr/>
    </dgm:pt>
    <dgm:pt modelId="{6EB220BE-E698-4C54-8091-4AA1D3E4ABB5}" type="pres">
      <dgm:prSet presAssocID="{007E7A1C-9FC0-48E7-976E-521F517917FF}" presName="node" presStyleLbl="node1" presStyleIdx="0" presStyleCnt="5">
        <dgm:presLayoutVars>
          <dgm:bulletEnabled val="1"/>
        </dgm:presLayoutVars>
      </dgm:prSet>
      <dgm:spPr/>
    </dgm:pt>
    <dgm:pt modelId="{CAB31C6B-A6F0-4DAA-A43F-E21881985A04}" type="pres">
      <dgm:prSet presAssocID="{D5C16E73-197F-4F3B-A84B-8BE3A82239B9}" presName="sibTrans" presStyleLbl="sibTrans2D1" presStyleIdx="0" presStyleCnt="4"/>
      <dgm:spPr/>
    </dgm:pt>
    <dgm:pt modelId="{B64F4B4D-2228-4A02-820E-DFECB7744D72}" type="pres">
      <dgm:prSet presAssocID="{D5C16E73-197F-4F3B-A84B-8BE3A82239B9}" presName="connectorText" presStyleLbl="sibTrans2D1" presStyleIdx="0" presStyleCnt="4"/>
      <dgm:spPr/>
    </dgm:pt>
    <dgm:pt modelId="{AD0F94EA-84DB-4CCD-BE67-9B79ECE1FEB9}" type="pres">
      <dgm:prSet presAssocID="{0CC01B12-D22F-40AB-BE60-50084E38BE68}" presName="node" presStyleLbl="node1" presStyleIdx="1" presStyleCnt="5">
        <dgm:presLayoutVars>
          <dgm:bulletEnabled val="1"/>
        </dgm:presLayoutVars>
      </dgm:prSet>
      <dgm:spPr/>
    </dgm:pt>
    <dgm:pt modelId="{92DBC635-556B-4AD7-9595-753FE4EDB166}" type="pres">
      <dgm:prSet presAssocID="{2D70DADD-FBE4-42F9-AC09-34E6F531A1C8}" presName="sibTrans" presStyleLbl="sibTrans2D1" presStyleIdx="1" presStyleCnt="4"/>
      <dgm:spPr/>
    </dgm:pt>
    <dgm:pt modelId="{A3C41DBE-4C6B-42A0-8ACA-D12D64627E7F}" type="pres">
      <dgm:prSet presAssocID="{2D70DADD-FBE4-42F9-AC09-34E6F531A1C8}" presName="connectorText" presStyleLbl="sibTrans2D1" presStyleIdx="1" presStyleCnt="4"/>
      <dgm:spPr/>
    </dgm:pt>
    <dgm:pt modelId="{F78296F7-3A7B-437D-BFFE-71F83E5B156B}" type="pres">
      <dgm:prSet presAssocID="{35EB637C-3952-49DD-914C-7FA55D428FB0}" presName="node" presStyleLbl="node1" presStyleIdx="2" presStyleCnt="5">
        <dgm:presLayoutVars>
          <dgm:bulletEnabled val="1"/>
        </dgm:presLayoutVars>
      </dgm:prSet>
      <dgm:spPr/>
    </dgm:pt>
    <dgm:pt modelId="{0BCDEE2F-8E31-466B-B722-F9BDD18F0D74}" type="pres">
      <dgm:prSet presAssocID="{0D60247C-4E0B-4774-9322-B1EF10629E14}" presName="sibTrans" presStyleLbl="sibTrans2D1" presStyleIdx="2" presStyleCnt="4"/>
      <dgm:spPr/>
    </dgm:pt>
    <dgm:pt modelId="{7415CA61-B072-4D01-A566-59A92E24FA71}" type="pres">
      <dgm:prSet presAssocID="{0D60247C-4E0B-4774-9322-B1EF10629E14}" presName="connectorText" presStyleLbl="sibTrans2D1" presStyleIdx="2" presStyleCnt="4"/>
      <dgm:spPr/>
    </dgm:pt>
    <dgm:pt modelId="{AABDF106-E870-430D-9EE5-189F30AD6728}" type="pres">
      <dgm:prSet presAssocID="{A4383D1B-8EF2-4651-82AA-866A77E9A56C}" presName="node" presStyleLbl="node1" presStyleIdx="3" presStyleCnt="5">
        <dgm:presLayoutVars>
          <dgm:bulletEnabled val="1"/>
        </dgm:presLayoutVars>
      </dgm:prSet>
      <dgm:spPr/>
    </dgm:pt>
    <dgm:pt modelId="{8E342F3F-6F61-493B-9D74-9E9C435E5CD2}" type="pres">
      <dgm:prSet presAssocID="{A2DB1CE4-9D3D-45DF-AE4E-A20151972A8E}" presName="sibTrans" presStyleLbl="sibTrans2D1" presStyleIdx="3" presStyleCnt="4"/>
      <dgm:spPr/>
    </dgm:pt>
    <dgm:pt modelId="{097B4F98-958A-4332-AB98-0FE68268A369}" type="pres">
      <dgm:prSet presAssocID="{A2DB1CE4-9D3D-45DF-AE4E-A20151972A8E}" presName="connectorText" presStyleLbl="sibTrans2D1" presStyleIdx="3" presStyleCnt="4"/>
      <dgm:spPr/>
    </dgm:pt>
    <dgm:pt modelId="{503EB4DA-21FA-4CBC-8D1E-E50B2D9A9866}" type="pres">
      <dgm:prSet presAssocID="{C53E4441-1BB0-43F7-9A35-0EE942FB8719}" presName="node" presStyleLbl="node1" presStyleIdx="4" presStyleCnt="5">
        <dgm:presLayoutVars>
          <dgm:bulletEnabled val="1"/>
        </dgm:presLayoutVars>
      </dgm:prSet>
      <dgm:spPr/>
    </dgm:pt>
  </dgm:ptLst>
  <dgm:cxnLst>
    <dgm:cxn modelId="{FF54D50C-BB61-443C-AED3-16974193A1C4}" type="presOf" srcId="{A2DB1CE4-9D3D-45DF-AE4E-A20151972A8E}" destId="{097B4F98-958A-4332-AB98-0FE68268A369}" srcOrd="1" destOrd="0" presId="urn:microsoft.com/office/officeart/2005/8/layout/process1"/>
    <dgm:cxn modelId="{1C2AC120-C067-41C3-AB7C-1F66BCD15E0F}" type="presOf" srcId="{A4383D1B-8EF2-4651-82AA-866A77E9A56C}" destId="{AABDF106-E870-430D-9EE5-189F30AD6728}" srcOrd="0" destOrd="0" presId="urn:microsoft.com/office/officeart/2005/8/layout/process1"/>
    <dgm:cxn modelId="{6E2CD327-46D1-43DF-A0C2-AB91354C8D00}" srcId="{DF92394C-512C-4ADD-A2DF-7D9FFAAC56D6}" destId="{A4383D1B-8EF2-4651-82AA-866A77E9A56C}" srcOrd="3" destOrd="0" parTransId="{86FBC6E7-8513-497A-AB4B-BB44C15C860C}" sibTransId="{A2DB1CE4-9D3D-45DF-AE4E-A20151972A8E}"/>
    <dgm:cxn modelId="{A35E4934-1F2F-468D-B4F6-EB3E2CD330CD}" type="presOf" srcId="{A2DB1CE4-9D3D-45DF-AE4E-A20151972A8E}" destId="{8E342F3F-6F61-493B-9D74-9E9C435E5CD2}" srcOrd="0" destOrd="0" presId="urn:microsoft.com/office/officeart/2005/8/layout/process1"/>
    <dgm:cxn modelId="{E0453937-6C1A-4F56-B4AD-017D41F12CD1}" type="presOf" srcId="{2D70DADD-FBE4-42F9-AC09-34E6F531A1C8}" destId="{A3C41DBE-4C6B-42A0-8ACA-D12D64627E7F}" srcOrd="1" destOrd="0" presId="urn:microsoft.com/office/officeart/2005/8/layout/process1"/>
    <dgm:cxn modelId="{1D23F43A-90E0-4137-9AEC-50DC5A837A97}" type="presOf" srcId="{007E7A1C-9FC0-48E7-976E-521F517917FF}" destId="{6EB220BE-E698-4C54-8091-4AA1D3E4ABB5}" srcOrd="0" destOrd="0" presId="urn:microsoft.com/office/officeart/2005/8/layout/process1"/>
    <dgm:cxn modelId="{1F88AA60-7574-443E-A3CB-207F70CD5E18}" type="presOf" srcId="{C53E4441-1BB0-43F7-9A35-0EE942FB8719}" destId="{503EB4DA-21FA-4CBC-8D1E-E50B2D9A9866}" srcOrd="0" destOrd="0" presId="urn:microsoft.com/office/officeart/2005/8/layout/process1"/>
    <dgm:cxn modelId="{E2B59849-97CA-47F2-B575-5A3AB07C79D7}" type="presOf" srcId="{35EB637C-3952-49DD-914C-7FA55D428FB0}" destId="{F78296F7-3A7B-437D-BFFE-71F83E5B156B}" srcOrd="0" destOrd="0" presId="urn:microsoft.com/office/officeart/2005/8/layout/process1"/>
    <dgm:cxn modelId="{8AF66671-B918-4C9A-9332-C14766498BA5}" srcId="{DF92394C-512C-4ADD-A2DF-7D9FFAAC56D6}" destId="{C53E4441-1BB0-43F7-9A35-0EE942FB8719}" srcOrd="4" destOrd="0" parTransId="{833C2B39-1168-4B02-AD24-EC2DEDD86ED7}" sibTransId="{88F4C1A1-0508-468D-8673-3ED67AED9347}"/>
    <dgm:cxn modelId="{03565A56-9543-483F-AD96-4F63D8016656}" srcId="{DF92394C-512C-4ADD-A2DF-7D9FFAAC56D6}" destId="{35EB637C-3952-49DD-914C-7FA55D428FB0}" srcOrd="2" destOrd="0" parTransId="{666ADFEC-F28F-4B02-A0D5-9025DBC6FB80}" sibTransId="{0D60247C-4E0B-4774-9322-B1EF10629E14}"/>
    <dgm:cxn modelId="{DDFFC456-1E12-4D05-9E2D-EFDE581CB169}" type="presOf" srcId="{2D70DADD-FBE4-42F9-AC09-34E6F531A1C8}" destId="{92DBC635-556B-4AD7-9595-753FE4EDB166}" srcOrd="0" destOrd="0" presId="urn:microsoft.com/office/officeart/2005/8/layout/process1"/>
    <dgm:cxn modelId="{5E5BBF89-F2AF-40F2-9A04-9EECF0944204}" type="presOf" srcId="{0CC01B12-D22F-40AB-BE60-50084E38BE68}" destId="{AD0F94EA-84DB-4CCD-BE67-9B79ECE1FEB9}" srcOrd="0" destOrd="0" presId="urn:microsoft.com/office/officeart/2005/8/layout/process1"/>
    <dgm:cxn modelId="{0FE3EF8F-4AC1-4EFF-9EF3-364A7386CCA8}" srcId="{DF92394C-512C-4ADD-A2DF-7D9FFAAC56D6}" destId="{0CC01B12-D22F-40AB-BE60-50084E38BE68}" srcOrd="1" destOrd="0" parTransId="{2131F491-B19F-4C50-ABCC-837382D7CEA1}" sibTransId="{2D70DADD-FBE4-42F9-AC09-34E6F531A1C8}"/>
    <dgm:cxn modelId="{94111DC5-BDA9-41E0-AE14-EDBAF6F49933}" type="presOf" srcId="{D5C16E73-197F-4F3B-A84B-8BE3A82239B9}" destId="{CAB31C6B-A6F0-4DAA-A43F-E21881985A04}" srcOrd="0" destOrd="0" presId="urn:microsoft.com/office/officeart/2005/8/layout/process1"/>
    <dgm:cxn modelId="{F2993FCF-9EC8-4C6B-B5D0-369D59205276}" type="presOf" srcId="{0D60247C-4E0B-4774-9322-B1EF10629E14}" destId="{0BCDEE2F-8E31-466B-B722-F9BDD18F0D74}" srcOrd="0" destOrd="0" presId="urn:microsoft.com/office/officeart/2005/8/layout/process1"/>
    <dgm:cxn modelId="{B934BAD2-2DFD-49FB-A34A-51FDA5AC65D5}" type="presOf" srcId="{DF92394C-512C-4ADD-A2DF-7D9FFAAC56D6}" destId="{CD29115C-F340-4D7A-90E8-EF5BCB646A87}" srcOrd="0" destOrd="0" presId="urn:microsoft.com/office/officeart/2005/8/layout/process1"/>
    <dgm:cxn modelId="{D67C9DF3-5377-4155-B54C-0C8569B1679A}" srcId="{DF92394C-512C-4ADD-A2DF-7D9FFAAC56D6}" destId="{007E7A1C-9FC0-48E7-976E-521F517917FF}" srcOrd="0" destOrd="0" parTransId="{FA5A8D11-3EDE-4B9C-95B7-D3A9ED78523E}" sibTransId="{D5C16E73-197F-4F3B-A84B-8BE3A82239B9}"/>
    <dgm:cxn modelId="{7F51C8FC-5E2C-4E87-971B-5400AEE46333}" type="presOf" srcId="{0D60247C-4E0B-4774-9322-B1EF10629E14}" destId="{7415CA61-B072-4D01-A566-59A92E24FA71}" srcOrd="1" destOrd="0" presId="urn:microsoft.com/office/officeart/2005/8/layout/process1"/>
    <dgm:cxn modelId="{11D6A1FF-BB65-4205-B741-522B5D98BDB2}" type="presOf" srcId="{D5C16E73-197F-4F3B-A84B-8BE3A82239B9}" destId="{B64F4B4D-2228-4A02-820E-DFECB7744D72}" srcOrd="1" destOrd="0" presId="urn:microsoft.com/office/officeart/2005/8/layout/process1"/>
    <dgm:cxn modelId="{D557FF96-9D7C-4EE3-B3D8-F7C0A770F58F}" type="presParOf" srcId="{CD29115C-F340-4D7A-90E8-EF5BCB646A87}" destId="{6EB220BE-E698-4C54-8091-4AA1D3E4ABB5}" srcOrd="0" destOrd="0" presId="urn:microsoft.com/office/officeart/2005/8/layout/process1"/>
    <dgm:cxn modelId="{E4168A14-EB1F-49FB-B163-6BF8EEAAB4B7}" type="presParOf" srcId="{CD29115C-F340-4D7A-90E8-EF5BCB646A87}" destId="{CAB31C6B-A6F0-4DAA-A43F-E21881985A04}" srcOrd="1" destOrd="0" presId="urn:microsoft.com/office/officeart/2005/8/layout/process1"/>
    <dgm:cxn modelId="{8D30B950-D77E-4789-982C-E1F6D2C25E55}" type="presParOf" srcId="{CAB31C6B-A6F0-4DAA-A43F-E21881985A04}" destId="{B64F4B4D-2228-4A02-820E-DFECB7744D72}" srcOrd="0" destOrd="0" presId="urn:microsoft.com/office/officeart/2005/8/layout/process1"/>
    <dgm:cxn modelId="{C2BFFE52-48DD-4743-84A6-EAF44F15F3EA}" type="presParOf" srcId="{CD29115C-F340-4D7A-90E8-EF5BCB646A87}" destId="{AD0F94EA-84DB-4CCD-BE67-9B79ECE1FEB9}" srcOrd="2" destOrd="0" presId="urn:microsoft.com/office/officeart/2005/8/layout/process1"/>
    <dgm:cxn modelId="{B306E731-083D-403D-9F2B-4BEACDBADD0A}" type="presParOf" srcId="{CD29115C-F340-4D7A-90E8-EF5BCB646A87}" destId="{92DBC635-556B-4AD7-9595-753FE4EDB166}" srcOrd="3" destOrd="0" presId="urn:microsoft.com/office/officeart/2005/8/layout/process1"/>
    <dgm:cxn modelId="{519A75F5-6A48-4ADE-B1FA-65341F43B63A}" type="presParOf" srcId="{92DBC635-556B-4AD7-9595-753FE4EDB166}" destId="{A3C41DBE-4C6B-42A0-8ACA-D12D64627E7F}" srcOrd="0" destOrd="0" presId="urn:microsoft.com/office/officeart/2005/8/layout/process1"/>
    <dgm:cxn modelId="{D4A64799-51F5-4DC6-AE59-489D33737F4A}" type="presParOf" srcId="{CD29115C-F340-4D7A-90E8-EF5BCB646A87}" destId="{F78296F7-3A7B-437D-BFFE-71F83E5B156B}" srcOrd="4" destOrd="0" presId="urn:microsoft.com/office/officeart/2005/8/layout/process1"/>
    <dgm:cxn modelId="{7F019406-73AE-4D3E-8025-62803F80EA5E}" type="presParOf" srcId="{CD29115C-F340-4D7A-90E8-EF5BCB646A87}" destId="{0BCDEE2F-8E31-466B-B722-F9BDD18F0D74}" srcOrd="5" destOrd="0" presId="urn:microsoft.com/office/officeart/2005/8/layout/process1"/>
    <dgm:cxn modelId="{972BCD34-92C6-44D8-954F-BD60C4CDF733}" type="presParOf" srcId="{0BCDEE2F-8E31-466B-B722-F9BDD18F0D74}" destId="{7415CA61-B072-4D01-A566-59A92E24FA71}" srcOrd="0" destOrd="0" presId="urn:microsoft.com/office/officeart/2005/8/layout/process1"/>
    <dgm:cxn modelId="{00BF9387-5147-4E51-8CCC-8F9501E5D189}" type="presParOf" srcId="{CD29115C-F340-4D7A-90E8-EF5BCB646A87}" destId="{AABDF106-E870-430D-9EE5-189F30AD6728}" srcOrd="6" destOrd="0" presId="urn:microsoft.com/office/officeart/2005/8/layout/process1"/>
    <dgm:cxn modelId="{79DACF3A-6969-456C-AC63-D3CCE02F2E32}" type="presParOf" srcId="{CD29115C-F340-4D7A-90E8-EF5BCB646A87}" destId="{8E342F3F-6F61-493B-9D74-9E9C435E5CD2}" srcOrd="7" destOrd="0" presId="urn:microsoft.com/office/officeart/2005/8/layout/process1"/>
    <dgm:cxn modelId="{649F3C8E-AEFB-4CA8-B2AC-751882CC4419}" type="presParOf" srcId="{8E342F3F-6F61-493B-9D74-9E9C435E5CD2}" destId="{097B4F98-958A-4332-AB98-0FE68268A369}" srcOrd="0" destOrd="0" presId="urn:microsoft.com/office/officeart/2005/8/layout/process1"/>
    <dgm:cxn modelId="{8F0C578B-BA4C-4185-8C2D-8C981530EA06}" type="presParOf" srcId="{CD29115C-F340-4D7A-90E8-EF5BCB646A87}" destId="{503EB4DA-21FA-4CBC-8D1E-E50B2D9A9866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B220BE-E698-4C54-8091-4AA1D3E4ABB5}">
      <dsp:nvSpPr>
        <dsp:cNvPr id="0" name=""/>
        <dsp:cNvSpPr/>
      </dsp:nvSpPr>
      <dsp:spPr>
        <a:xfrm>
          <a:off x="5134" y="172366"/>
          <a:ext cx="1591716" cy="13579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/>
            <a:t>Data </a:t>
          </a:r>
          <a:r>
            <a:rPr lang="en-US" altLang="zh-CN" sz="1800" kern="1200" dirty="0" err="1"/>
            <a:t>Proecessing</a:t>
          </a:r>
          <a:endParaRPr lang="zh-CN" altLang="en-US" sz="1800" kern="1200" dirty="0"/>
        </a:p>
      </dsp:txBody>
      <dsp:txXfrm>
        <a:off x="44906" y="212138"/>
        <a:ext cx="1512172" cy="1278389"/>
      </dsp:txXfrm>
    </dsp:sp>
    <dsp:sp modelId="{CAB31C6B-A6F0-4DAA-A43F-E21881985A04}">
      <dsp:nvSpPr>
        <dsp:cNvPr id="0" name=""/>
        <dsp:cNvSpPr/>
      </dsp:nvSpPr>
      <dsp:spPr>
        <a:xfrm>
          <a:off x="1756023" y="653960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>
        <a:off x="1756023" y="732909"/>
        <a:ext cx="236210" cy="236847"/>
      </dsp:txXfrm>
    </dsp:sp>
    <dsp:sp modelId="{AD0F94EA-84DB-4CCD-BE67-9B79ECE1FEB9}">
      <dsp:nvSpPr>
        <dsp:cNvPr id="0" name=""/>
        <dsp:cNvSpPr/>
      </dsp:nvSpPr>
      <dsp:spPr>
        <a:xfrm>
          <a:off x="2233538" y="172366"/>
          <a:ext cx="1591716" cy="13579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/>
            <a:t>Merge two documents</a:t>
          </a:r>
          <a:endParaRPr lang="zh-CN" altLang="en-US" sz="1800" kern="1200" dirty="0"/>
        </a:p>
      </dsp:txBody>
      <dsp:txXfrm>
        <a:off x="2273310" y="212138"/>
        <a:ext cx="1512172" cy="1278389"/>
      </dsp:txXfrm>
    </dsp:sp>
    <dsp:sp modelId="{92DBC635-556B-4AD7-9595-753FE4EDB166}">
      <dsp:nvSpPr>
        <dsp:cNvPr id="0" name=""/>
        <dsp:cNvSpPr/>
      </dsp:nvSpPr>
      <dsp:spPr>
        <a:xfrm>
          <a:off x="3984426" y="653960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>
        <a:off x="3984426" y="732909"/>
        <a:ext cx="236210" cy="236847"/>
      </dsp:txXfrm>
    </dsp:sp>
    <dsp:sp modelId="{F78296F7-3A7B-437D-BFFE-71F83E5B156B}">
      <dsp:nvSpPr>
        <dsp:cNvPr id="0" name=""/>
        <dsp:cNvSpPr/>
      </dsp:nvSpPr>
      <dsp:spPr>
        <a:xfrm>
          <a:off x="4461941" y="172366"/>
          <a:ext cx="1591716" cy="13579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/>
            <a:t>Import them to SPP position calculation</a:t>
          </a:r>
          <a:endParaRPr lang="zh-CN" altLang="en-US" sz="1800" kern="1200" dirty="0"/>
        </a:p>
      </dsp:txBody>
      <dsp:txXfrm>
        <a:off x="4501713" y="212138"/>
        <a:ext cx="1512172" cy="1278389"/>
      </dsp:txXfrm>
    </dsp:sp>
    <dsp:sp modelId="{0BCDEE2F-8E31-466B-B722-F9BDD18F0D74}">
      <dsp:nvSpPr>
        <dsp:cNvPr id="0" name=""/>
        <dsp:cNvSpPr/>
      </dsp:nvSpPr>
      <dsp:spPr>
        <a:xfrm>
          <a:off x="6212830" y="653960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>
        <a:off x="6212830" y="732909"/>
        <a:ext cx="236210" cy="236847"/>
      </dsp:txXfrm>
    </dsp:sp>
    <dsp:sp modelId="{AABDF106-E870-430D-9EE5-189F30AD6728}">
      <dsp:nvSpPr>
        <dsp:cNvPr id="0" name=""/>
        <dsp:cNvSpPr/>
      </dsp:nvSpPr>
      <dsp:spPr>
        <a:xfrm>
          <a:off x="6690345" y="172366"/>
          <a:ext cx="1591716" cy="13579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/>
            <a:t>Compare the output with pos document</a:t>
          </a:r>
          <a:endParaRPr lang="zh-CN" altLang="en-US" sz="1800" kern="1200" dirty="0"/>
        </a:p>
      </dsp:txBody>
      <dsp:txXfrm>
        <a:off x="6730117" y="212138"/>
        <a:ext cx="1512172" cy="1278389"/>
      </dsp:txXfrm>
    </dsp:sp>
    <dsp:sp modelId="{8E342F3F-6F61-493B-9D74-9E9C435E5CD2}">
      <dsp:nvSpPr>
        <dsp:cNvPr id="0" name=""/>
        <dsp:cNvSpPr/>
      </dsp:nvSpPr>
      <dsp:spPr>
        <a:xfrm>
          <a:off x="8441233" y="653960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>
        <a:off x="8441233" y="732909"/>
        <a:ext cx="236210" cy="236847"/>
      </dsp:txXfrm>
    </dsp:sp>
    <dsp:sp modelId="{503EB4DA-21FA-4CBC-8D1E-E50B2D9A9866}">
      <dsp:nvSpPr>
        <dsp:cNvPr id="0" name=""/>
        <dsp:cNvSpPr/>
      </dsp:nvSpPr>
      <dsp:spPr>
        <a:xfrm>
          <a:off x="8918748" y="172366"/>
          <a:ext cx="1591716" cy="13579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/>
            <a:t>RSME </a:t>
          </a:r>
          <a:r>
            <a:rPr lang="zh-CN" altLang="en-US" sz="1800" kern="1200" dirty="0"/>
            <a:t>均方根</a:t>
          </a:r>
        </a:p>
      </dsp:txBody>
      <dsp:txXfrm>
        <a:off x="8958520" y="212138"/>
        <a:ext cx="1512172" cy="12783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C5CF59-0B0D-3D83-D919-8C1F83600B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A6D38DE-2E76-F53B-FBC8-11831122EF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88140D-F76F-B344-532A-25F6BA38A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671FB-7264-45E8-817B-7461C9BD7A09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CD837C-3519-63C3-9FEC-55E7B8826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2D6D8F-3818-6F01-EE50-D154E8067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08DBF-D6CC-43D7-80EA-876BE658A7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1876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5DD6E6-5244-4B2C-51DE-014B9BCF4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2C41D8-2151-9843-DB0C-C08A98497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1D3536-C925-AA08-9C8E-F2391D9D6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671FB-7264-45E8-817B-7461C9BD7A09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DCBC03-6526-1FAB-D1E0-DAE7BE6C7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5756CE-6A42-7FD6-1859-216B2E3D1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08DBF-D6CC-43D7-80EA-876BE658A7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7788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57F231-CFF6-5434-B9B5-CA4EF8812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99549B-283D-A0D7-6C23-FC0ACB588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6DB773-7712-5684-4C3E-2A7DEAF9C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671FB-7264-45E8-817B-7461C9BD7A09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6CE453-F2FE-2AD6-1B4C-DB7A6E5FD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F66641-847D-BD98-535E-8074A2FA7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08DBF-D6CC-43D7-80EA-876BE658A7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640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B0CBDB-F0C4-8A3D-F5E3-4B9A539E2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5C5A31-5E1B-EFF0-6364-9ED0F1FB9A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E33387B-04FD-23A5-7FB9-D610206B1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65BA87-A18F-D7A0-8E7B-CDA64EBE8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671FB-7264-45E8-817B-7461C9BD7A09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F312B9-52A4-BA20-7665-14BD2A506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0BAACE-7F6E-9D59-8DB1-12B52277C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08DBF-D6CC-43D7-80EA-876BE658A7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6895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E5F9CF-0144-72AB-FAEA-7270A53D6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0F291B-C01B-084D-A031-3919DE729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96084AC-A145-C5D0-5ACD-377D1E6C5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B1D2D37-8CEC-3FAA-2BA5-DCB7BB89EA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4C32FB5-ABF8-6B6F-32DB-ED0E97FF1D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40FD44D-C822-B38D-15EA-3CD217FB9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671FB-7264-45E8-817B-7461C9BD7A09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FE05F9C-9B28-4F31-F317-48BFC8201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72A1C74-C22E-811B-2109-1E18AA4DF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08DBF-D6CC-43D7-80EA-876BE658A7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2146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80C165-AFBC-8455-C47B-AB60C1A5F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127AEDE-F6ED-2716-E1B9-58CE450C1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671FB-7264-45E8-817B-7461C9BD7A09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67002AE-3CA4-158D-D6D4-17DA2903F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AE42722-C552-B8B9-BEF0-19878344F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08DBF-D6CC-43D7-80EA-876BE658A7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0550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524A877-408B-0C92-F8A8-86197896D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671FB-7264-45E8-817B-7461C9BD7A09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8CFF34D-2E35-803E-E00F-375316654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C9BF37-F790-0A2E-F9FB-C56435E50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08DBF-D6CC-43D7-80EA-876BE658A7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236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2FD813-5DCF-0326-3F55-B18CA4EC2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F14A3D-5750-E2E9-E815-9F246441E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6C96AEC-C066-B721-51A8-679376DC5F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A884A5-7D31-2D1C-ECF5-FD780FD8F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671FB-7264-45E8-817B-7461C9BD7A09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510865-D584-93CA-5206-00D0EA13D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38ED31-8549-D073-CB6A-5E85C7024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08DBF-D6CC-43D7-80EA-876BE658A7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886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BC264-1FC6-4DE4-8A56-90563F13B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C4999F5-9252-EFB9-5E0F-69E8D1CCE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E998E6-3AA9-6BB8-E6E1-8CA5E2F3A4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9A4EC2-AC98-4A31-185B-921B18E78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671FB-7264-45E8-817B-7461C9BD7A09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762BC9-6FC0-C84F-79F9-540F49854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93E143-EFF9-DEA7-7011-AA9BBB2EC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08DBF-D6CC-43D7-80EA-876BE658A7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0157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AC3690-9C42-DC1A-25E4-62BA50DE1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7097587-2B4E-2051-DC94-8C3B783AA5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8E2D3A-0E27-83FD-CCA5-BDABC8DA3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671FB-7264-45E8-817B-7461C9BD7A09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EE321C-B949-1AF5-E74B-55D812720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74B632-BD18-D7B5-9FFB-1CBCD26F6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08DBF-D6CC-43D7-80EA-876BE658A7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071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B82A863-C619-C61C-658C-3A334525CD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ED032E3-D6FC-73E3-1C3E-494D7952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C1BEB8-5BD8-3B60-59CB-D82133756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671FB-7264-45E8-817B-7461C9BD7A09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3023A3-6ABA-8802-2184-ABD4CD685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EE787F-C2E4-B976-AE18-F88DD094A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08DBF-D6CC-43D7-80EA-876BE658A7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380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906BBE6-1497-6575-D23E-0C0121314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CACA3C-B943-7A25-BBA3-4A5790254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92C2DC-DFDF-FA1A-C952-E7E5C69C5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F671FB-7264-45E8-817B-7461C9BD7A09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7BB8EE-FE1E-E81C-D65C-F10E5707EE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040D6A-8424-7F8D-E433-DDA62903D2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08DBF-D6CC-43D7-80EA-876BE658A7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0156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1E384B-8921-DA83-F390-B617E8DE78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13</a:t>
            </a:r>
            <a:r>
              <a:rPr lang="en-US" altLang="zh-CN" baseline="30000" dirty="0"/>
              <a:t>th</a:t>
            </a:r>
            <a:r>
              <a:rPr lang="en-US" altLang="zh-CN" dirty="0"/>
              <a:t> Oct Week Meeting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36B716F-E0AF-7701-C104-740B6E5ED8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5348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31A9D0-BBC8-E9F0-305C-23F207629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I have done?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557BD1-5B3A-8A7C-50D3-1F810FCF4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 overleaf project content update(</a:t>
            </a:r>
            <a:r>
              <a:rPr lang="en-US" altLang="zh-CN" dirty="0" err="1"/>
              <a:t>ing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2 Learn some missing knowledge </a:t>
            </a:r>
          </a:p>
          <a:p>
            <a:r>
              <a:rPr lang="en-US" altLang="zh-CN" dirty="0"/>
              <a:t>3 A tool for measuring model performance has been initially built. The data processing phase has been completed, and we are ready to enter the SPP step. (not fully done)</a:t>
            </a:r>
          </a:p>
          <a:p>
            <a:r>
              <a:rPr lang="en-US" altLang="zh-CN" dirty="0"/>
              <a:t>4 The transfer learning part of LSTM is still being coded.(not fully done)</a:t>
            </a:r>
          </a:p>
          <a:p>
            <a:r>
              <a:rPr lang="en-US" altLang="zh-CN" dirty="0"/>
              <a:t>5 Read the LORA and imu literature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454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FB6086-A6D5-BE5B-CFAB-95503489A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Question:Data</a:t>
            </a:r>
            <a:r>
              <a:rPr lang="en-US" altLang="zh-CN" dirty="0"/>
              <a:t> alignment issues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4EA8A8-A437-99CE-E5EF-E0B40F18F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1. The two GPS times are incomplete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6A85F10-AA52-2D6E-98BE-494E0469B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606" y="1579016"/>
            <a:ext cx="10872788" cy="111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744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92EA5B-1981-0B58-5EE2-3BCA55EFE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777FC13-4C56-9AD7-E4DF-92DEA4C53C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67918"/>
            <a:ext cx="6219222" cy="230614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267A96E-EC80-963C-EDF5-F37772E9F3C9}"/>
              </a:ext>
            </a:extLst>
          </p:cNvPr>
          <p:cNvSpPr txBox="1"/>
          <p:nvPr/>
        </p:nvSpPr>
        <p:spPr>
          <a:xfrm>
            <a:off x="985838" y="4686300"/>
            <a:ext cx="102155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Why are there 79,702 rows left when I filter 1, but my LSTM prediction file only has 28,288 rows? Why is there an excess?</a:t>
            </a:r>
          </a:p>
          <a:p>
            <a:r>
              <a:rPr lang="en-US" altLang="zh-CN" dirty="0"/>
              <a:t>Is it because the data has the same GPS time?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16058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274477-1CEE-5913-513B-7618F4EFE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Questions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FCA01E-F20D-F9C4-924D-A8FCA9D5C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altLang="zh-CN" dirty="0"/>
              <a:t>\</a:t>
            </a:r>
            <a:r>
              <a:rPr lang="en-US" altLang="zh-CN" dirty="0" err="1"/>
              <a:t>for_real</a:t>
            </a:r>
            <a:r>
              <a:rPr lang="en-US" altLang="zh-CN" dirty="0"/>
              <a:t>\Case </a:t>
            </a:r>
            <a:r>
              <a:rPr lang="en-US" altLang="zh-CN" dirty="0" err="1"/>
              <a:t>x_xxxxxx</a:t>
            </a:r>
            <a:r>
              <a:rPr lang="en-US" altLang="zh-CN" dirty="0"/>
              <a:t> are simulation data in different situations.</a:t>
            </a:r>
          </a:p>
          <a:p>
            <a:pPr marL="514350" indent="-514350">
              <a:buAutoNum type="arabicPeriod"/>
            </a:pPr>
            <a:r>
              <a:rPr lang="en-US" altLang="zh-CN" dirty="0"/>
              <a:t>RWD_20250422\D1T4 are real-world data from satellites, receiver and the testing car position data.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4890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39F2DD-FDA7-BA67-F6D8-DD7F815F3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Question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0F94959-0923-10F1-A7CE-564D63EBCA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276441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D88D6-F44C-D6C0-D0B0-67793EBF8C88}"/>
              </a:ext>
            </a:extLst>
          </p:cNvPr>
          <p:cNvSpPr txBox="1"/>
          <p:nvPr/>
        </p:nvSpPr>
        <p:spPr>
          <a:xfrm>
            <a:off x="838200" y="4673600"/>
            <a:ext cx="10426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 What are the differences between Satellite ID and SV_ID within observation_data_case5.csv and rover_obs_full.csv?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0588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D76E40-8BD7-B968-1999-689DBDAEE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we validated the accuracy of our final model Our real-world data is unlabeled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42C626-5DA5-BCC2-DE47-7C656453A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Verify the model's effect on improving positioning accuracy in real environments.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77438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B054CD-8BCB-54AF-96A3-CC5D58C34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Model Evaluation</a:t>
            </a:r>
            <a:endParaRPr lang="zh-CN" alt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091BC55B-FF94-68EE-50F0-5F10747BE7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0028185"/>
              </p:ext>
            </p:extLst>
          </p:nvPr>
        </p:nvGraphicFramePr>
        <p:xfrm>
          <a:off x="838200" y="1825625"/>
          <a:ext cx="10515600" cy="17026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32A0C7ED-8956-D55F-239C-E633A5482CC6}"/>
              </a:ext>
            </a:extLst>
          </p:cNvPr>
          <p:cNvSpPr txBox="1"/>
          <p:nvPr/>
        </p:nvSpPr>
        <p:spPr>
          <a:xfrm>
            <a:off x="674255" y="3602182"/>
            <a:ext cx="10769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 </a:t>
            </a:r>
            <a:r>
              <a:rPr lang="zh-CN" altLang="en-US" dirty="0"/>
              <a:t>合并是根据哪个合并 数据不一样啊   </a:t>
            </a:r>
            <a:endParaRPr lang="en-US" altLang="zh-CN" dirty="0"/>
          </a:p>
          <a:p>
            <a:r>
              <a:rPr lang="en-US" altLang="zh-CN" dirty="0"/>
              <a:t>2 </a:t>
            </a:r>
            <a:r>
              <a:rPr lang="zh-CN" altLang="en-US" dirty="0"/>
              <a:t>我们要想评估模型的性能 应该是需要做一个 比较吧  这个 方式行么 </a:t>
            </a:r>
            <a:endParaRPr lang="en-US" altLang="zh-CN" dirty="0"/>
          </a:p>
          <a:p>
            <a:r>
              <a:rPr lang="en-US" altLang="zh-CN" dirty="0"/>
              <a:t>3 </a:t>
            </a:r>
            <a:r>
              <a:rPr lang="zh-CN" altLang="en-US" dirty="0"/>
              <a:t>如果可以的话    评估的逻辑 </a:t>
            </a:r>
            <a:endParaRPr lang="en-US" altLang="zh-CN" dirty="0"/>
          </a:p>
          <a:p>
            <a:r>
              <a:rPr lang="en-US" altLang="zh-CN" dirty="0"/>
              <a:t>4 </a:t>
            </a:r>
            <a:r>
              <a:rPr lang="zh-CN" altLang="en-US" dirty="0"/>
              <a:t>最后数据是有差别的 但是 结果是可行的么 ？ 合并后的</a:t>
            </a:r>
            <a:r>
              <a:rPr lang="en-US" altLang="zh-CN" dirty="0"/>
              <a:t>3000</a:t>
            </a:r>
            <a:r>
              <a:rPr lang="zh-CN" altLang="en-US" dirty="0"/>
              <a:t>，但是汽车的位置 </a:t>
            </a:r>
            <a:r>
              <a:rPr lang="en-US" altLang="zh-CN" dirty="0"/>
              <a:t>1000</a:t>
            </a:r>
            <a:r>
              <a:rPr lang="zh-CN" altLang="en-US" dirty="0"/>
              <a:t>多，这个情况怎么办？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2194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5A49EA-4AC9-ED5D-8507-55307C319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8F95C3E-DA2C-CE42-F399-B455592AB8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911" t="4318" r="3911" b="2921"/>
          <a:stretch>
            <a:fillRect/>
          </a:stretch>
        </p:blipFill>
        <p:spPr>
          <a:xfrm>
            <a:off x="838200" y="1958109"/>
            <a:ext cx="7084291" cy="403629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B55C59D-A714-4290-D4A4-A0065429B759}"/>
              </a:ext>
            </a:extLst>
          </p:cNvPr>
          <p:cNvSpPr txBox="1"/>
          <p:nvPr/>
        </p:nvSpPr>
        <p:spPr>
          <a:xfrm>
            <a:off x="443345" y="6391564"/>
            <a:ext cx="8903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Source</a:t>
            </a:r>
            <a:r>
              <a:rPr lang="zh-CN" altLang="en-US" dirty="0"/>
              <a:t>：</a:t>
            </a:r>
            <a:r>
              <a:rPr lang="en-US" altLang="zh-CN" dirty="0"/>
              <a:t>https://blog.csdn.net/weixin_49272172/article/details/115979017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9430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3D9CAF-9055-6C4B-9D25-4EFD55A1C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Question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01C82B-0CA4-69C2-D65E-569EE57FE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 I adjusted the value of epoch, changed it to 50, and final result becomes 16% instead of 5%.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2141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BB96BA-8C37-D05D-6644-9A37AB42B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620617-DE5E-C68D-B2A1-42F481364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Transfer learning</a:t>
            </a:r>
            <a:r>
              <a:rPr lang="zh-CN" altLang="en-US" dirty="0"/>
              <a:t>这一部分 还没有 做出来  但是 正在编写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4783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6C4CBF-EF3C-7C88-A359-2305E63E9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Transfer-learning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BB9D57-8267-0192-D33D-4ECE85BFC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 I am a bit stuck in theoretical knowledge, so I need to learn more deeply.</a:t>
            </a:r>
          </a:p>
          <a:p>
            <a:r>
              <a:rPr lang="en-US" altLang="zh-CN" dirty="0"/>
              <a:t>2. I would like to try fine-tuning, tuning the classifier head, and freezing the main weights.</a:t>
            </a:r>
          </a:p>
          <a:p>
            <a:r>
              <a:rPr lang="en-US" altLang="zh-CN" dirty="0"/>
              <a:t>3. Based on the form from the last page, I want to try </a:t>
            </a:r>
            <a:r>
              <a:rPr lang="en-US" altLang="zh-CN" b="1" dirty="0"/>
              <a:t>Domain Adversarial Training.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9516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0465B6-ABFB-693C-FE8D-E129C448E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Tartan IMU: A Light Foundation Model for Inertial Positioning in Robotics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93C9DC-0BB7-909E-4002-64E070DF4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 And what exactly can we understand about this IMU data model?</a:t>
            </a:r>
          </a:p>
          <a:p>
            <a:r>
              <a:rPr lang="en-US" altLang="zh-CN" dirty="0"/>
              <a:t>2 Domain adaptation?</a:t>
            </a:r>
          </a:p>
          <a:p>
            <a:r>
              <a:rPr lang="en-US" altLang="zh-CN" dirty="0"/>
              <a:t>3 LORA is kind of like transfer learning.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8851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29D7BE-A3D1-914D-D1C9-207845227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65906F-FBBC-85E0-BA6C-0E254FB1E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 Is there a PPT template for IRT so that I can use the template to make a report? </a:t>
            </a:r>
          </a:p>
          <a:p>
            <a:r>
              <a:rPr lang="en-US" altLang="zh-CN" dirty="0"/>
              <a:t>2 How do we ultimately measure our model performance?</a:t>
            </a:r>
          </a:p>
          <a:p>
            <a:r>
              <a:rPr lang="en-US" altLang="zh-CN" dirty="0"/>
              <a:t>3 As long as we can perform better than the baseline classification, right?</a:t>
            </a:r>
          </a:p>
          <a:p>
            <a:r>
              <a:rPr lang="en-US" altLang="zh-CN" dirty="0"/>
              <a:t>4 How long does it take to reproduce the paper you learned?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5274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2A805A-A468-A295-2EFF-387C6CF3E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2F5661-E4A5-4B5D-FCE5-84412219A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 Review and learn theoretical knowledge. This is very important.</a:t>
            </a:r>
          </a:p>
          <a:p>
            <a:r>
              <a:rPr lang="en-US" altLang="zh-CN" dirty="0"/>
              <a:t>2 Continue to improve performance evaluation content</a:t>
            </a:r>
          </a:p>
          <a:p>
            <a:r>
              <a:rPr lang="en-US" altLang="zh-CN" dirty="0"/>
              <a:t>3 Continue to use transfer learning to see the effect and think deeply about the LORA method</a:t>
            </a:r>
          </a:p>
          <a:p>
            <a:r>
              <a:rPr lang="en-US" altLang="zh-CN" dirty="0"/>
              <a:t>4 Complete overleaf</a:t>
            </a:r>
          </a:p>
          <a:p>
            <a:r>
              <a:rPr lang="en-US" altLang="zh-CN" dirty="0"/>
              <a:t>5 Continue to complete the establishment of a feasibility project(transfer learning and the estimation tool)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3227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3587</TotalTime>
  <Words>579</Words>
  <Application>Microsoft Office PowerPoint</Application>
  <PresentationFormat>宽屏</PresentationFormat>
  <Paragraphs>52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等线</vt:lpstr>
      <vt:lpstr>等线 Light</vt:lpstr>
      <vt:lpstr>Arial</vt:lpstr>
      <vt:lpstr>Office 主题​​</vt:lpstr>
      <vt:lpstr>13th Oct Week Meeting</vt:lpstr>
      <vt:lpstr>What I have done?</vt:lpstr>
      <vt:lpstr>Question:Data alignment issues</vt:lpstr>
      <vt:lpstr>PowerPoint 演示文稿</vt:lpstr>
      <vt:lpstr>Questions</vt:lpstr>
      <vt:lpstr>Question</vt:lpstr>
      <vt:lpstr>How we validated the accuracy of our final model Our real-world data is unlabeled</vt:lpstr>
      <vt:lpstr>Model Evaluation</vt:lpstr>
      <vt:lpstr>PowerPoint 演示文稿</vt:lpstr>
      <vt:lpstr>Question</vt:lpstr>
      <vt:lpstr>PowerPoint 演示文稿</vt:lpstr>
      <vt:lpstr>Transfer-learning</vt:lpstr>
      <vt:lpstr>Tartan IMU: A Light Foundation Model for Inertial Positioning in Robotics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jiayu yang</dc:creator>
  <cp:lastModifiedBy>jiayu yang</cp:lastModifiedBy>
  <cp:revision>17</cp:revision>
  <dcterms:created xsi:type="dcterms:W3CDTF">2025-10-10T15:56:42Z</dcterms:created>
  <dcterms:modified xsi:type="dcterms:W3CDTF">2025-10-13T08:15:34Z</dcterms:modified>
</cp:coreProperties>
</file>