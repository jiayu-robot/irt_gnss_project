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5D3_9A3E1C86.xml" ContentType="application/vnd.ms-powerpoint.comments+xml"/>
  <Override PartName="/ppt/comments/modernComment_5D8_8FCF629D.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comments/modernComment_5D9_44E5CC2C.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5D4_69A6FFE9.xml" ContentType="application/vnd.ms-powerpoint.comments+xml"/>
  <Override PartName="/ppt/comments/modernComment_5D5_2D29FAA8.xml" ContentType="application/vnd.ms-powerpoint.comments+xml"/>
  <Override PartName="/ppt/comments/modernComment_5D6_800809F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8" r:id="rId1"/>
  </p:sldMasterIdLst>
  <p:notesMasterIdLst>
    <p:notesMasterId r:id="rId10"/>
  </p:notesMasterIdLst>
  <p:handoutMasterIdLst>
    <p:handoutMasterId r:id="rId11"/>
  </p:handoutMasterIdLst>
  <p:sldIdLst>
    <p:sldId id="1490" r:id="rId2"/>
    <p:sldId id="1491" r:id="rId3"/>
    <p:sldId id="1496" r:id="rId4"/>
    <p:sldId id="1497" r:id="rId5"/>
    <p:sldId id="1495" r:id="rId6"/>
    <p:sldId id="1492" r:id="rId7"/>
    <p:sldId id="1493" r:id="rId8"/>
    <p:sldId id="1494" r:id="rId9"/>
  </p:sldIdLst>
  <p:sldSz cx="12192000" cy="6858000"/>
  <p:notesSz cx="6797675" cy="9926638"/>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7D497B-7AD7-723A-043A-6745C347B782}" name="jiayu yang" initials="jy" userId="8067bb61bfadfd7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9F"/>
    <a:srgbClr val="8EBAE5"/>
    <a:srgbClr val="E9F1FA"/>
    <a:srgbClr val="272727"/>
    <a:srgbClr val="962F2F"/>
    <a:srgbClr val="57AB27"/>
    <a:srgbClr val="438CD4"/>
    <a:srgbClr val="A6A6A6"/>
    <a:srgbClr val="D5DDE6"/>
    <a:srgbClr val="2980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6265" autoAdjust="0"/>
  </p:normalViewPr>
  <p:slideViewPr>
    <p:cSldViewPr snapToGrid="0" showGuides="1">
      <p:cViewPr varScale="1">
        <p:scale>
          <a:sx n="148" d="100"/>
          <a:sy n="148" d="100"/>
        </p:scale>
        <p:origin x="802" y="62"/>
      </p:cViewPr>
      <p:guideLst>
        <p:guide orient="horz" pos="2160"/>
        <p:guide pos="3840"/>
      </p:guideLst>
    </p:cSldViewPr>
  </p:slideViewPr>
  <p:outlineViewPr>
    <p:cViewPr>
      <p:scale>
        <a:sx n="33" d="100"/>
        <a:sy n="33" d="100"/>
      </p:scale>
      <p:origin x="0" y="-5844"/>
    </p:cViewPr>
  </p:outlineViewPr>
  <p:notesTextViewPr>
    <p:cViewPr>
      <p:scale>
        <a:sx n="100" d="100"/>
        <a:sy n="100" d="100"/>
      </p:scale>
      <p:origin x="0" y="0"/>
    </p:cViewPr>
  </p:notesTextViewPr>
  <p:notesViewPr>
    <p:cSldViewPr snapToGrid="0" showGuides="1">
      <p:cViewPr varScale="1">
        <p:scale>
          <a:sx n="61" d="100"/>
          <a:sy n="61" d="100"/>
        </p:scale>
        <p:origin x="2691"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5D3_9A3E1C86.xml><?xml version="1.0" encoding="utf-8"?>
<p188:cmLst xmlns:a="http://schemas.openxmlformats.org/drawingml/2006/main" xmlns:r="http://schemas.openxmlformats.org/officeDocument/2006/relationships" xmlns:p188="http://schemas.microsoft.com/office/powerpoint/2018/8/main">
  <p188:cm id="{A5371CBC-7ABD-4994-A10C-BE3C8476038E}" authorId="{DC7D497B-7AD7-723A-043A-6745C347B782}" created="2025-10-14T07:41:27.242">
    <pc:sldMkLst xmlns:pc="http://schemas.microsoft.com/office/powerpoint/2013/main/command">
      <pc:docMk/>
      <pc:sldMk cId="2587761798" sldId="1491"/>
    </pc:sldMkLst>
    <p188:txBody>
      <a:bodyPr/>
      <a:lstStyle/>
      <a:p>
        <a:r>
          <a:rPr lang="zh-CN" altLang="en-US"/>
          <a:t>这个 主要是记录上一次meeting 遗留的一些问题任务 是否解决 或还存在的问题</a:t>
        </a:r>
      </a:p>
    </p188:txBody>
  </p188:cm>
</p188:cmLst>
</file>

<file path=ppt/comments/modernComment_5D4_69A6FFE9.xml><?xml version="1.0" encoding="utf-8"?>
<p188:cmLst xmlns:a="http://schemas.openxmlformats.org/drawingml/2006/main" xmlns:r="http://schemas.openxmlformats.org/officeDocument/2006/relationships" xmlns:p188="http://schemas.microsoft.com/office/powerpoint/2018/8/main">
  <p188:cm id="{1695E649-A45E-454C-B06F-0127E9B0A459}" authorId="{DC7D497B-7AD7-723A-043A-6745C347B782}" created="2025-10-14T07:40:35.649">
    <pc:sldMkLst xmlns:pc="http://schemas.microsoft.com/office/powerpoint/2013/main/command">
      <pc:docMk/>
      <pc:sldMk cId="1772552169" sldId="1492"/>
    </pc:sldMkLst>
    <p188:txBody>
      <a:bodyPr/>
      <a:lstStyle/>
      <a:p>
        <a:r>
          <a:rPr lang="zh-CN" altLang="en-US"/>
          <a:t>一般来写一下 上周都做了些什么 完成了些什么 ？</a:t>
        </a:r>
      </a:p>
    </p188:txBody>
  </p188:cm>
</p188:cmLst>
</file>

<file path=ppt/comments/modernComment_5D5_2D29FAA8.xml><?xml version="1.0" encoding="utf-8"?>
<p188:cmLst xmlns:a="http://schemas.openxmlformats.org/drawingml/2006/main" xmlns:r="http://schemas.openxmlformats.org/officeDocument/2006/relationships" xmlns:p188="http://schemas.microsoft.com/office/powerpoint/2018/8/main">
  <p188:cm id="{B7D1A12F-609A-460D-B722-D37CBAB442E3}" authorId="{DC7D497B-7AD7-723A-043A-6745C347B782}" created="2025-10-14T07:42:17.012">
    <pc:sldMkLst xmlns:pc="http://schemas.microsoft.com/office/powerpoint/2013/main/command">
      <pc:docMk/>
      <pc:sldMk cId="757725864" sldId="1493"/>
    </pc:sldMkLst>
    <p188:txBody>
      <a:bodyPr/>
      <a:lstStyle/>
      <a:p>
        <a:r>
          <a:rPr lang="zh-CN" altLang="en-US"/>
          <a:t>主要记录所存在的问题</a:t>
        </a:r>
      </a:p>
    </p188:txBody>
  </p188:cm>
</p188:cmLst>
</file>

<file path=ppt/comments/modernComment_5D6_800809FF.xml><?xml version="1.0" encoding="utf-8"?>
<p188:cmLst xmlns:a="http://schemas.openxmlformats.org/drawingml/2006/main" xmlns:r="http://schemas.openxmlformats.org/officeDocument/2006/relationships" xmlns:p188="http://schemas.microsoft.com/office/powerpoint/2018/8/main">
  <p188:cm id="{DAA3AF4D-00DF-4525-B0E1-C123AE132E22}" authorId="{DC7D497B-7AD7-723A-043A-6745C347B782}" created="2025-10-14T07:42:54.872">
    <ac:deMkLst xmlns:ac="http://schemas.microsoft.com/office/drawing/2013/main/command">
      <pc:docMk xmlns:pc="http://schemas.microsoft.com/office/powerpoint/2013/main/command"/>
      <pc:sldMk xmlns:pc="http://schemas.microsoft.com/office/powerpoint/2013/main/command" cId="2148010495" sldId="1494"/>
      <ac:spMk id="2" creationId="{7E2AB971-AD86-413C-F120-B9511FB43C1F}"/>
    </ac:deMkLst>
    <p188:txBody>
      <a:bodyPr/>
      <a:lstStyle/>
      <a:p>
        <a:r>
          <a:rPr lang="zh-CN" altLang="en-US"/>
          <a:t>明确下周目标
时间规划（例如每日任务）</a:t>
        </a:r>
      </a:p>
    </p188:txBody>
  </p188:cm>
</p188:cmLst>
</file>

<file path=ppt/comments/modernComment_5D8_8FCF629D.xml><?xml version="1.0" encoding="utf-8"?>
<p188:cmLst xmlns:a="http://schemas.openxmlformats.org/drawingml/2006/main" xmlns:r="http://schemas.openxmlformats.org/officeDocument/2006/relationships" xmlns:p188="http://schemas.microsoft.com/office/powerpoint/2018/8/main">
  <p188:cm id="{76E57A34-DBEA-4CF0-9BE6-9D7232419FE1}" authorId="{DC7D497B-7AD7-723A-043A-6745C347B782}" created="2025-10-14T07:40:35.649">
    <pc:sldMkLst xmlns:pc="http://schemas.microsoft.com/office/powerpoint/2013/main/command">
      <pc:docMk/>
      <pc:sldMk cId="1772552169" sldId="1492"/>
    </pc:sldMkLst>
    <p188:replyLst>
      <p188:reply id="{6E6B1748-1811-46BD-A92F-70775B826809}" authorId="{DC7D497B-7AD7-723A-043A-6745C347B782}" created="2025-10-22T05:06:25.424">
        <p188:txBody>
          <a:bodyPr/>
          <a:lstStyle/>
          <a:p>
            <a:r>
              <a:rPr lang="zh-CN" altLang="en-US"/>
              <a:t>1.模型输入的observation_data_case5_1.csv文件是对 真实数据处理的结果对吧。还是说我加载的数据有错误呢 ？ </a:t>
            </a:r>
          </a:p>
        </p188:txBody>
      </p188:reply>
      <p188:reply id="{052E0EAD-8F73-4426-A120-E5A46DCC0393}" authorId="{DC7D497B-7AD7-723A-043A-6745C347B782}" created="2025-10-22T05:10:25.829">
        <p188:txBody>
          <a:bodyPr/>
          <a:lstStyle/>
          <a:p>
            <a:r>
              <a:rPr lang="zh-CN" altLang="en-US"/>
              <a:t>2. Ground truth文件的数据没有输出。User_pos_full.csv文件应该是汽车的实时位置信息，我主要对他的操作就是 把他从ecef坐标系转到enu坐标系。
</a:t>
            </a:r>
          </a:p>
        </p188:txBody>
      </p188:reply>
    </p188:replyLst>
    <p188:txBody>
      <a:bodyPr/>
      <a:lstStyle/>
      <a:p>
        <a:r>
          <a:rPr lang="zh-CN" altLang="en-US"/>
          <a:t>问题</a:t>
        </a:r>
      </a:p>
    </p188:txBody>
  </p188:cm>
</p188:cmLst>
</file>

<file path=ppt/comments/modernComment_5D9_44E5CC2C.xml><?xml version="1.0" encoding="utf-8"?>
<p188:cmLst xmlns:a="http://schemas.openxmlformats.org/drawingml/2006/main" xmlns:r="http://schemas.openxmlformats.org/officeDocument/2006/relationships" xmlns:p188="http://schemas.microsoft.com/office/powerpoint/2018/8/main">
  <p188:cm id="{5E218D96-FAD9-4D80-9B57-2A144BFDC383}" authorId="{DC7D497B-7AD7-723A-043A-6745C347B782}" created="2025-10-14T07:40:35.649">
    <pc:sldMkLst xmlns:pc="http://schemas.microsoft.com/office/powerpoint/2013/main/command">
      <pc:docMk/>
      <pc:sldMk cId="1772552169" sldId="1492"/>
    </pc:sldMkLst>
    <p188:replyLst>
      <p188:reply id="{6E6B1748-1811-46BD-A92F-70775B826809}" authorId="{DC7D497B-7AD7-723A-043A-6745C347B782}" created="2025-10-22T05:06:25.424">
        <p188:txBody>
          <a:bodyPr/>
          <a:lstStyle/>
          <a:p>
            <a:r>
              <a:rPr lang="zh-CN" altLang="en-US"/>
              <a:t>1.模型输入的observation_data_case5_1.csv文件是对 真实数据处理的结果对吧。还是说我加载的数据有错误呢 ？ 
并且怀疑我这边位置解算后可以用来计算的数据才716个，感觉有点少。</a:t>
            </a:r>
          </a:p>
        </p188:txBody>
      </p188:reply>
      <p188:reply id="{052E0EAD-8F73-4426-A120-E5A46DCC0393}" authorId="{DC7D497B-7AD7-723A-043A-6745C347B782}" created="2025-10-22T05:10:25.829">
        <p188:txBody>
          <a:bodyPr/>
          <a:lstStyle/>
          <a:p>
            <a:r>
              <a:rPr lang="zh-CN" altLang="en-US"/>
              <a:t>2. Ground truth文件的数据没有输出。User_pos_full.csv文件应该是汽车的实时位置信息，我主要对他的操作就是 把他从ecef坐标系转到enu坐标系。
</a:t>
            </a:r>
          </a:p>
        </p188:txBody>
      </p188:reply>
      <p188:reply id="{CF1B647E-30C5-447C-92EE-511175C6078F}" authorId="{DC7D497B-7AD7-723A-043A-6745C347B782}" created="2025-10-22T05:46:02.942">
        <p188:txBody>
          <a:bodyPr/>
          <a:lstStyle/>
          <a:p>
            <a:r>
              <a:rPr lang="zh-CN" altLang="en-US"/>
              <a:t>3.我改变了一下 我输入的pseudorange，pseudorange_corrected_cb。结果差别不小。是不是说我们主要用的还是修正过pseudorange才是正确的。</a:t>
            </a:r>
          </a:p>
        </p188:txBody>
      </p188:reply>
      <p188:reply id="{7ED9FF74-C07C-4FA0-A577-C51D8F5F5D21}" authorId="{DC7D497B-7AD7-723A-043A-6745C347B782}" created="2025-10-22T05:47:32.295">
        <p188:txBody>
          <a:bodyPr/>
          <a:lstStyle/>
          <a:p>
            <a:r>
              <a:rPr lang="zh-CN" altLang="en-US"/>
              <a:t>4.他们之间差的是误差，但是在图片上面显示的差距有这么大么？
</a:t>
            </a:r>
          </a:p>
        </p188:txBody>
      </p188:reply>
      <p188:reply id="{BFA42887-1060-486E-894D-94C03C570329}" authorId="{DC7D497B-7AD7-723A-043A-6745C347B782}" created="2025-10-22T05:47:52.117">
        <p188:txBody>
          <a:bodyPr/>
          <a:lstStyle/>
          <a:p>
            <a:r>
              <a:rPr lang="zh-CN" altLang="en-US"/>
              <a:t>5. </a:t>
            </a:r>
          </a:p>
        </p188:txBody>
      </p188:reply>
    </p188:replyLst>
    <p188:txBody>
      <a:bodyPr/>
      <a:lstStyle/>
      <a:p>
        <a:r>
          <a:rPr lang="zh-CN" altLang="en-US"/>
          <a:t>问题</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5D0657-C6B2-43F4-8FF4-1B8BF326B44D}"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CN" altLang="en-US"/>
        </a:p>
      </dgm:t>
    </dgm:pt>
    <dgm:pt modelId="{431D055F-B6DD-43D9-9D7E-5FF015A3DCD1}">
      <dgm:prSet phldrT="[文本]" phldr="0"/>
      <dgm:spPr/>
      <dgm:t>
        <a:bodyPr/>
        <a:lstStyle/>
        <a:p>
          <a:r>
            <a:rPr lang="zh-CN" altLang="en-US" dirty="0"/>
            <a:t>使用模型预测的结果文件输出的结果</a:t>
          </a:r>
          <a:br>
            <a:rPr lang="en-US" altLang="zh-CN" dirty="0"/>
          </a:br>
          <a:r>
            <a:rPr lang="en-US" altLang="zh-CN" dirty="0" err="1"/>
            <a:t>real_with_predicted_multipath_svm_bal</a:t>
          </a:r>
          <a:endParaRPr lang="zh-CN" altLang="en-US" dirty="0"/>
        </a:p>
      </dgm:t>
    </dgm:pt>
    <dgm:pt modelId="{56E59010-5786-4ABE-97CB-16AD5B99EF82}" type="parTrans" cxnId="{E7AC793C-7F73-42D2-9C08-37D99A56C0BF}">
      <dgm:prSet/>
      <dgm:spPr/>
      <dgm:t>
        <a:bodyPr/>
        <a:lstStyle/>
        <a:p>
          <a:endParaRPr lang="zh-CN" altLang="en-US"/>
        </a:p>
      </dgm:t>
    </dgm:pt>
    <dgm:pt modelId="{04BD76A0-EE81-4EE5-8548-8FD74361D112}" type="sibTrans" cxnId="{E7AC793C-7F73-42D2-9C08-37D99A56C0BF}">
      <dgm:prSet/>
      <dgm:spPr/>
      <dgm:t>
        <a:bodyPr/>
        <a:lstStyle/>
        <a:p>
          <a:endParaRPr lang="zh-CN" altLang="en-US"/>
        </a:p>
      </dgm:t>
    </dgm:pt>
    <dgm:pt modelId="{E5518577-E19F-4225-8CFB-E3E7AC98659A}">
      <dgm:prSet phldrT="[文本]"/>
      <dgm:spPr/>
      <dgm:t>
        <a:bodyPr/>
        <a:lstStyle/>
        <a:p>
          <a:r>
            <a:rPr lang="zh-CN" altLang="en-US" dirty="0"/>
            <a:t>位置解算</a:t>
          </a:r>
          <a:br>
            <a:rPr lang="en-US" altLang="zh-CN" dirty="0"/>
          </a:br>
          <a:r>
            <a:rPr lang="en-US" altLang="zh-CN" dirty="0"/>
            <a:t>1.</a:t>
          </a:r>
          <a:r>
            <a:rPr lang="zh-CN" altLang="en-US" dirty="0"/>
            <a:t>标准</a:t>
          </a:r>
          <a:r>
            <a:rPr lang="en-US" altLang="zh-CN" dirty="0"/>
            <a:t>SPP</a:t>
          </a:r>
          <a:r>
            <a:rPr lang="zh-CN" altLang="en-US" dirty="0"/>
            <a:t>（绿）</a:t>
          </a:r>
          <a:endParaRPr lang="en-US" altLang="zh-CN" dirty="0"/>
        </a:p>
        <a:p>
          <a:r>
            <a:rPr lang="en-US" altLang="zh-CN" dirty="0"/>
            <a:t>2.</a:t>
          </a:r>
          <a:r>
            <a:rPr lang="zh-CN" altLang="en-US" dirty="0"/>
            <a:t>加权</a:t>
          </a:r>
          <a:r>
            <a:rPr lang="en-US" altLang="zh-CN" dirty="0"/>
            <a:t>SPP</a:t>
          </a:r>
          <a:r>
            <a:rPr lang="zh-CN" altLang="en-US" dirty="0"/>
            <a:t>（红）</a:t>
          </a:r>
          <a:endParaRPr lang="en-US" altLang="zh-CN" dirty="0"/>
        </a:p>
        <a:p>
          <a:r>
            <a:rPr lang="en-US" altLang="zh-CN" dirty="0"/>
            <a:t>3.</a:t>
          </a:r>
          <a:r>
            <a:rPr lang="zh-CN" altLang="en-US" dirty="0"/>
            <a:t>剔除坏信号的</a:t>
          </a:r>
          <a:r>
            <a:rPr lang="en-US" altLang="zh-CN" dirty="0"/>
            <a:t>SPP</a:t>
          </a:r>
          <a:r>
            <a:rPr lang="zh-CN" altLang="en-US" dirty="0"/>
            <a:t>（浅蓝）</a:t>
          </a:r>
          <a:endParaRPr lang="en-US" altLang="zh-CN" dirty="0"/>
        </a:p>
        <a:p>
          <a:r>
            <a:rPr lang="en-US" altLang="zh-CN" dirty="0"/>
            <a:t>4.</a:t>
          </a:r>
          <a:r>
            <a:rPr lang="zh-CN" altLang="en-US" dirty="0"/>
            <a:t>地面真值是</a:t>
          </a:r>
          <a:r>
            <a:rPr lang="en-US" altLang="zh-CN" dirty="0"/>
            <a:t>user_pos_full.csv</a:t>
          </a:r>
          <a:r>
            <a:rPr lang="zh-CN" altLang="en-US" dirty="0"/>
            <a:t>数据（蓝）</a:t>
          </a:r>
        </a:p>
      </dgm:t>
    </dgm:pt>
    <dgm:pt modelId="{F7EADA22-3D1E-438A-996D-90F3F0727B5C}" type="parTrans" cxnId="{ACD4B2C3-B36F-4243-8673-ED185289CEE4}">
      <dgm:prSet/>
      <dgm:spPr/>
      <dgm:t>
        <a:bodyPr/>
        <a:lstStyle/>
        <a:p>
          <a:endParaRPr lang="zh-CN" altLang="en-US"/>
        </a:p>
      </dgm:t>
    </dgm:pt>
    <dgm:pt modelId="{1555186A-4DA3-4304-AB7E-70BE37C1C295}" type="sibTrans" cxnId="{ACD4B2C3-B36F-4243-8673-ED185289CEE4}">
      <dgm:prSet/>
      <dgm:spPr/>
      <dgm:t>
        <a:bodyPr/>
        <a:lstStyle/>
        <a:p>
          <a:endParaRPr lang="zh-CN" altLang="en-US"/>
        </a:p>
      </dgm:t>
    </dgm:pt>
    <dgm:pt modelId="{C544F4F6-22CC-4F8E-8ADE-47D821C58EF3}">
      <dgm:prSet phldrT="[文本]"/>
      <dgm:spPr/>
      <dgm:t>
        <a:bodyPr/>
        <a:lstStyle/>
        <a:p>
          <a:r>
            <a:rPr lang="zh-CN" altLang="en-US" dirty="0"/>
            <a:t>转换成</a:t>
          </a:r>
          <a:r>
            <a:rPr lang="en-US" altLang="zh-CN" dirty="0" err="1"/>
            <a:t>enu</a:t>
          </a:r>
          <a:r>
            <a:rPr lang="zh-CN" altLang="en-US" dirty="0"/>
            <a:t>坐标后</a:t>
          </a:r>
        </a:p>
      </dgm:t>
    </dgm:pt>
    <dgm:pt modelId="{50972397-6547-4469-A411-12C0EEA4447F}" type="parTrans" cxnId="{8045651C-3DD7-425D-8867-6A766B1D462C}">
      <dgm:prSet/>
      <dgm:spPr/>
      <dgm:t>
        <a:bodyPr/>
        <a:lstStyle/>
        <a:p>
          <a:endParaRPr lang="zh-CN" altLang="en-US"/>
        </a:p>
      </dgm:t>
    </dgm:pt>
    <dgm:pt modelId="{E319F932-CF22-48E5-BA23-A245F757469B}" type="sibTrans" cxnId="{8045651C-3DD7-425D-8867-6A766B1D462C}">
      <dgm:prSet/>
      <dgm:spPr/>
      <dgm:t>
        <a:bodyPr/>
        <a:lstStyle/>
        <a:p>
          <a:endParaRPr lang="zh-CN" altLang="en-US"/>
        </a:p>
      </dgm:t>
    </dgm:pt>
    <dgm:pt modelId="{34EE7C3A-C2C5-4A4D-89B7-FDB364C94B50}" type="pres">
      <dgm:prSet presAssocID="{6C5D0657-C6B2-43F4-8FF4-1B8BF326B44D}" presName="Name0" presStyleCnt="0">
        <dgm:presLayoutVars>
          <dgm:dir/>
          <dgm:resizeHandles val="exact"/>
        </dgm:presLayoutVars>
      </dgm:prSet>
      <dgm:spPr/>
    </dgm:pt>
    <dgm:pt modelId="{BFB87417-2725-42BE-A025-4A4BC97634D9}" type="pres">
      <dgm:prSet presAssocID="{431D055F-B6DD-43D9-9D7E-5FF015A3DCD1}" presName="node" presStyleLbl="node1" presStyleIdx="0" presStyleCnt="3">
        <dgm:presLayoutVars>
          <dgm:bulletEnabled val="1"/>
        </dgm:presLayoutVars>
      </dgm:prSet>
      <dgm:spPr/>
    </dgm:pt>
    <dgm:pt modelId="{F0FFD70D-E2AD-40D5-BCE6-0F2ABFCC3F9F}" type="pres">
      <dgm:prSet presAssocID="{04BD76A0-EE81-4EE5-8548-8FD74361D112}" presName="sibTrans" presStyleLbl="sibTrans2D1" presStyleIdx="0" presStyleCnt="2"/>
      <dgm:spPr/>
    </dgm:pt>
    <dgm:pt modelId="{1CA90DC7-EDAF-4E3D-A0AA-5D44D30E54F6}" type="pres">
      <dgm:prSet presAssocID="{04BD76A0-EE81-4EE5-8548-8FD74361D112}" presName="connectorText" presStyleLbl="sibTrans2D1" presStyleIdx="0" presStyleCnt="2"/>
      <dgm:spPr/>
    </dgm:pt>
    <dgm:pt modelId="{A0C4A142-4E26-4826-86E0-0CA2F84C09A4}" type="pres">
      <dgm:prSet presAssocID="{E5518577-E19F-4225-8CFB-E3E7AC98659A}" presName="node" presStyleLbl="node1" presStyleIdx="1" presStyleCnt="3">
        <dgm:presLayoutVars>
          <dgm:bulletEnabled val="1"/>
        </dgm:presLayoutVars>
      </dgm:prSet>
      <dgm:spPr/>
    </dgm:pt>
    <dgm:pt modelId="{38BD7807-5D2A-45CF-B3B1-64217AA6DB87}" type="pres">
      <dgm:prSet presAssocID="{1555186A-4DA3-4304-AB7E-70BE37C1C295}" presName="sibTrans" presStyleLbl="sibTrans2D1" presStyleIdx="1" presStyleCnt="2"/>
      <dgm:spPr/>
    </dgm:pt>
    <dgm:pt modelId="{08151488-78C0-4497-8A3C-C6FCC11DF777}" type="pres">
      <dgm:prSet presAssocID="{1555186A-4DA3-4304-AB7E-70BE37C1C295}" presName="connectorText" presStyleLbl="sibTrans2D1" presStyleIdx="1" presStyleCnt="2"/>
      <dgm:spPr/>
    </dgm:pt>
    <dgm:pt modelId="{15CE7B42-0523-40B6-8C17-4BB5C3779062}" type="pres">
      <dgm:prSet presAssocID="{C544F4F6-22CC-4F8E-8ADE-47D821C58EF3}" presName="node" presStyleLbl="node1" presStyleIdx="2" presStyleCnt="3">
        <dgm:presLayoutVars>
          <dgm:bulletEnabled val="1"/>
        </dgm:presLayoutVars>
      </dgm:prSet>
      <dgm:spPr/>
    </dgm:pt>
  </dgm:ptLst>
  <dgm:cxnLst>
    <dgm:cxn modelId="{8045651C-3DD7-425D-8867-6A766B1D462C}" srcId="{6C5D0657-C6B2-43F4-8FF4-1B8BF326B44D}" destId="{C544F4F6-22CC-4F8E-8ADE-47D821C58EF3}" srcOrd="2" destOrd="0" parTransId="{50972397-6547-4469-A411-12C0EEA4447F}" sibTransId="{E319F932-CF22-48E5-BA23-A245F757469B}"/>
    <dgm:cxn modelId="{A6B1E02A-A228-4AFA-A3CD-BFD3BEE4591A}" type="presOf" srcId="{04BD76A0-EE81-4EE5-8548-8FD74361D112}" destId="{1CA90DC7-EDAF-4E3D-A0AA-5D44D30E54F6}" srcOrd="1" destOrd="0" presId="urn:microsoft.com/office/officeart/2005/8/layout/process1"/>
    <dgm:cxn modelId="{CFB4E43A-E674-4299-A672-6A9983562C01}" type="presOf" srcId="{6C5D0657-C6B2-43F4-8FF4-1B8BF326B44D}" destId="{34EE7C3A-C2C5-4A4D-89B7-FDB364C94B50}" srcOrd="0" destOrd="0" presId="urn:microsoft.com/office/officeart/2005/8/layout/process1"/>
    <dgm:cxn modelId="{E7AC793C-7F73-42D2-9C08-37D99A56C0BF}" srcId="{6C5D0657-C6B2-43F4-8FF4-1B8BF326B44D}" destId="{431D055F-B6DD-43D9-9D7E-5FF015A3DCD1}" srcOrd="0" destOrd="0" parTransId="{56E59010-5786-4ABE-97CB-16AD5B99EF82}" sibTransId="{04BD76A0-EE81-4EE5-8548-8FD74361D112}"/>
    <dgm:cxn modelId="{4F563260-5D64-4919-91FD-8782E8CE2208}" type="presOf" srcId="{1555186A-4DA3-4304-AB7E-70BE37C1C295}" destId="{08151488-78C0-4497-8A3C-C6FCC11DF777}" srcOrd="1" destOrd="0" presId="urn:microsoft.com/office/officeart/2005/8/layout/process1"/>
    <dgm:cxn modelId="{85B23546-CF87-40E0-A81D-CB6A78083AD9}" type="presOf" srcId="{1555186A-4DA3-4304-AB7E-70BE37C1C295}" destId="{38BD7807-5D2A-45CF-B3B1-64217AA6DB87}" srcOrd="0" destOrd="0" presId="urn:microsoft.com/office/officeart/2005/8/layout/process1"/>
    <dgm:cxn modelId="{01576967-B41A-46C2-88CF-F3B0CABD93D2}" type="presOf" srcId="{C544F4F6-22CC-4F8E-8ADE-47D821C58EF3}" destId="{15CE7B42-0523-40B6-8C17-4BB5C3779062}" srcOrd="0" destOrd="0" presId="urn:microsoft.com/office/officeart/2005/8/layout/process1"/>
    <dgm:cxn modelId="{8CC8E07A-4E03-4009-8C2E-EC24CAB2D888}" type="presOf" srcId="{04BD76A0-EE81-4EE5-8548-8FD74361D112}" destId="{F0FFD70D-E2AD-40D5-BCE6-0F2ABFCC3F9F}" srcOrd="0" destOrd="0" presId="urn:microsoft.com/office/officeart/2005/8/layout/process1"/>
    <dgm:cxn modelId="{B8D3E6B5-6857-40D8-B662-C9E9D4ED53A2}" type="presOf" srcId="{431D055F-B6DD-43D9-9D7E-5FF015A3DCD1}" destId="{BFB87417-2725-42BE-A025-4A4BC97634D9}" srcOrd="0" destOrd="0" presId="urn:microsoft.com/office/officeart/2005/8/layout/process1"/>
    <dgm:cxn modelId="{ACD4B2C3-B36F-4243-8673-ED185289CEE4}" srcId="{6C5D0657-C6B2-43F4-8FF4-1B8BF326B44D}" destId="{E5518577-E19F-4225-8CFB-E3E7AC98659A}" srcOrd="1" destOrd="0" parTransId="{F7EADA22-3D1E-438A-996D-90F3F0727B5C}" sibTransId="{1555186A-4DA3-4304-AB7E-70BE37C1C295}"/>
    <dgm:cxn modelId="{C2DA54CD-146B-41F6-A1E1-87977566CDFC}" type="presOf" srcId="{E5518577-E19F-4225-8CFB-E3E7AC98659A}" destId="{A0C4A142-4E26-4826-86E0-0CA2F84C09A4}" srcOrd="0" destOrd="0" presId="urn:microsoft.com/office/officeart/2005/8/layout/process1"/>
    <dgm:cxn modelId="{0EB16560-80C6-4B47-A1B5-0E427D8614E7}" type="presParOf" srcId="{34EE7C3A-C2C5-4A4D-89B7-FDB364C94B50}" destId="{BFB87417-2725-42BE-A025-4A4BC97634D9}" srcOrd="0" destOrd="0" presId="urn:microsoft.com/office/officeart/2005/8/layout/process1"/>
    <dgm:cxn modelId="{3B1DEAFB-E720-49B2-AEF6-8354D700A970}" type="presParOf" srcId="{34EE7C3A-C2C5-4A4D-89B7-FDB364C94B50}" destId="{F0FFD70D-E2AD-40D5-BCE6-0F2ABFCC3F9F}" srcOrd="1" destOrd="0" presId="urn:microsoft.com/office/officeart/2005/8/layout/process1"/>
    <dgm:cxn modelId="{4CEE6352-90F2-4CF2-BC02-E5725E5B2986}" type="presParOf" srcId="{F0FFD70D-E2AD-40D5-BCE6-0F2ABFCC3F9F}" destId="{1CA90DC7-EDAF-4E3D-A0AA-5D44D30E54F6}" srcOrd="0" destOrd="0" presId="urn:microsoft.com/office/officeart/2005/8/layout/process1"/>
    <dgm:cxn modelId="{E148542C-4759-4DCE-8BEF-3F7CCCAAE252}" type="presParOf" srcId="{34EE7C3A-C2C5-4A4D-89B7-FDB364C94B50}" destId="{A0C4A142-4E26-4826-86E0-0CA2F84C09A4}" srcOrd="2" destOrd="0" presId="urn:microsoft.com/office/officeart/2005/8/layout/process1"/>
    <dgm:cxn modelId="{70660C06-ADCA-44F9-A57C-0CD7C32064B1}" type="presParOf" srcId="{34EE7C3A-C2C5-4A4D-89B7-FDB364C94B50}" destId="{38BD7807-5D2A-45CF-B3B1-64217AA6DB87}" srcOrd="3" destOrd="0" presId="urn:microsoft.com/office/officeart/2005/8/layout/process1"/>
    <dgm:cxn modelId="{1CF8CA35-0A13-40C5-9965-3527E1073D99}" type="presParOf" srcId="{38BD7807-5D2A-45CF-B3B1-64217AA6DB87}" destId="{08151488-78C0-4497-8A3C-C6FCC11DF777}" srcOrd="0" destOrd="0" presId="urn:microsoft.com/office/officeart/2005/8/layout/process1"/>
    <dgm:cxn modelId="{88CCDFCB-A14F-40AB-8FAE-678939318FC8}" type="presParOf" srcId="{34EE7C3A-C2C5-4A4D-89B7-FDB364C94B50}" destId="{15CE7B42-0523-40B6-8C17-4BB5C3779062}"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5D0657-C6B2-43F4-8FF4-1B8BF326B44D}"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CN" altLang="en-US"/>
        </a:p>
      </dgm:t>
    </dgm:pt>
    <dgm:pt modelId="{431D055F-B6DD-43D9-9D7E-5FF015A3DCD1}">
      <dgm:prSet phldrT="[文本]" phldr="0"/>
      <dgm:spPr/>
      <dgm:t>
        <a:bodyPr/>
        <a:lstStyle/>
        <a:p>
          <a:r>
            <a:rPr lang="zh-CN" altLang="en-US" dirty="0"/>
            <a:t>使用模型预测的结果文件输出的结果</a:t>
          </a:r>
          <a:br>
            <a:rPr lang="en-US" altLang="zh-CN" dirty="0"/>
          </a:br>
          <a:r>
            <a:rPr lang="en-US" altLang="zh-CN" dirty="0" err="1"/>
            <a:t>real_with_predicted_multipath_svm_bal</a:t>
          </a:r>
          <a:endParaRPr lang="zh-CN" altLang="en-US" dirty="0"/>
        </a:p>
      </dgm:t>
    </dgm:pt>
    <dgm:pt modelId="{56E59010-5786-4ABE-97CB-16AD5B99EF82}" type="parTrans" cxnId="{E7AC793C-7F73-42D2-9C08-37D99A56C0BF}">
      <dgm:prSet/>
      <dgm:spPr/>
      <dgm:t>
        <a:bodyPr/>
        <a:lstStyle/>
        <a:p>
          <a:endParaRPr lang="zh-CN" altLang="en-US"/>
        </a:p>
      </dgm:t>
    </dgm:pt>
    <dgm:pt modelId="{04BD76A0-EE81-4EE5-8548-8FD74361D112}" type="sibTrans" cxnId="{E7AC793C-7F73-42D2-9C08-37D99A56C0BF}">
      <dgm:prSet/>
      <dgm:spPr/>
      <dgm:t>
        <a:bodyPr/>
        <a:lstStyle/>
        <a:p>
          <a:endParaRPr lang="zh-CN" altLang="en-US"/>
        </a:p>
      </dgm:t>
    </dgm:pt>
    <dgm:pt modelId="{E5518577-E19F-4225-8CFB-E3E7AC98659A}">
      <dgm:prSet phldrT="[文本]"/>
      <dgm:spPr/>
      <dgm:t>
        <a:bodyPr/>
        <a:lstStyle/>
        <a:p>
          <a:r>
            <a:rPr lang="zh-CN" altLang="en-US" dirty="0"/>
            <a:t>位置解算</a:t>
          </a:r>
          <a:br>
            <a:rPr lang="en-US" altLang="zh-CN" dirty="0"/>
          </a:br>
          <a:r>
            <a:rPr lang="en-US" altLang="zh-CN" dirty="0"/>
            <a:t>1.</a:t>
          </a:r>
          <a:r>
            <a:rPr lang="zh-CN" altLang="en-US" dirty="0"/>
            <a:t>标准</a:t>
          </a:r>
          <a:r>
            <a:rPr lang="en-US" altLang="zh-CN" dirty="0"/>
            <a:t>SPP</a:t>
          </a:r>
          <a:r>
            <a:rPr lang="zh-CN" altLang="en-US" dirty="0"/>
            <a:t>（绿）</a:t>
          </a:r>
          <a:endParaRPr lang="en-US" altLang="zh-CN" dirty="0"/>
        </a:p>
        <a:p>
          <a:r>
            <a:rPr lang="en-US" altLang="zh-CN" dirty="0"/>
            <a:t>2.</a:t>
          </a:r>
          <a:r>
            <a:rPr lang="zh-CN" altLang="en-US" dirty="0"/>
            <a:t>加权</a:t>
          </a:r>
          <a:r>
            <a:rPr lang="en-US" altLang="zh-CN" dirty="0"/>
            <a:t>SPP</a:t>
          </a:r>
          <a:r>
            <a:rPr lang="zh-CN" altLang="en-US" dirty="0"/>
            <a:t>（红）</a:t>
          </a:r>
          <a:endParaRPr lang="en-US" altLang="zh-CN" dirty="0"/>
        </a:p>
        <a:p>
          <a:r>
            <a:rPr lang="en-US" altLang="zh-CN" dirty="0"/>
            <a:t>3.</a:t>
          </a:r>
          <a:r>
            <a:rPr lang="zh-CN" altLang="en-US" dirty="0"/>
            <a:t>剔除坏信号的</a:t>
          </a:r>
          <a:r>
            <a:rPr lang="en-US" altLang="zh-CN" dirty="0"/>
            <a:t>SPP</a:t>
          </a:r>
          <a:r>
            <a:rPr lang="zh-CN" altLang="en-US" dirty="0"/>
            <a:t>（浅蓝）</a:t>
          </a:r>
          <a:endParaRPr lang="en-US" altLang="zh-CN" dirty="0"/>
        </a:p>
        <a:p>
          <a:r>
            <a:rPr lang="en-US" altLang="zh-CN" dirty="0"/>
            <a:t>4.</a:t>
          </a:r>
          <a:r>
            <a:rPr lang="zh-CN" altLang="en-US" dirty="0"/>
            <a:t>地面真值是</a:t>
          </a:r>
          <a:r>
            <a:rPr lang="en-US" altLang="zh-CN" dirty="0"/>
            <a:t>user_pos_full.csv</a:t>
          </a:r>
          <a:r>
            <a:rPr lang="zh-CN" altLang="en-US" dirty="0"/>
            <a:t>数据（蓝）</a:t>
          </a:r>
        </a:p>
      </dgm:t>
    </dgm:pt>
    <dgm:pt modelId="{F7EADA22-3D1E-438A-996D-90F3F0727B5C}" type="parTrans" cxnId="{ACD4B2C3-B36F-4243-8673-ED185289CEE4}">
      <dgm:prSet/>
      <dgm:spPr/>
      <dgm:t>
        <a:bodyPr/>
        <a:lstStyle/>
        <a:p>
          <a:endParaRPr lang="zh-CN" altLang="en-US"/>
        </a:p>
      </dgm:t>
    </dgm:pt>
    <dgm:pt modelId="{1555186A-4DA3-4304-AB7E-70BE37C1C295}" type="sibTrans" cxnId="{ACD4B2C3-B36F-4243-8673-ED185289CEE4}">
      <dgm:prSet/>
      <dgm:spPr/>
      <dgm:t>
        <a:bodyPr/>
        <a:lstStyle/>
        <a:p>
          <a:endParaRPr lang="zh-CN" altLang="en-US"/>
        </a:p>
      </dgm:t>
    </dgm:pt>
    <dgm:pt modelId="{C544F4F6-22CC-4F8E-8ADE-47D821C58EF3}">
      <dgm:prSet phldrT="[文本]"/>
      <dgm:spPr/>
      <dgm:t>
        <a:bodyPr/>
        <a:lstStyle/>
        <a:p>
          <a:r>
            <a:rPr lang="zh-CN" altLang="en-US" dirty="0"/>
            <a:t>转换成</a:t>
          </a:r>
          <a:r>
            <a:rPr lang="en-US" altLang="zh-CN" dirty="0" err="1"/>
            <a:t>enu</a:t>
          </a:r>
          <a:r>
            <a:rPr lang="zh-CN" altLang="en-US" dirty="0"/>
            <a:t>坐标后</a:t>
          </a:r>
        </a:p>
      </dgm:t>
    </dgm:pt>
    <dgm:pt modelId="{50972397-6547-4469-A411-12C0EEA4447F}" type="parTrans" cxnId="{8045651C-3DD7-425D-8867-6A766B1D462C}">
      <dgm:prSet/>
      <dgm:spPr/>
      <dgm:t>
        <a:bodyPr/>
        <a:lstStyle/>
        <a:p>
          <a:endParaRPr lang="zh-CN" altLang="en-US"/>
        </a:p>
      </dgm:t>
    </dgm:pt>
    <dgm:pt modelId="{E319F932-CF22-48E5-BA23-A245F757469B}" type="sibTrans" cxnId="{8045651C-3DD7-425D-8867-6A766B1D462C}">
      <dgm:prSet/>
      <dgm:spPr/>
      <dgm:t>
        <a:bodyPr/>
        <a:lstStyle/>
        <a:p>
          <a:endParaRPr lang="zh-CN" altLang="en-US"/>
        </a:p>
      </dgm:t>
    </dgm:pt>
    <dgm:pt modelId="{34EE7C3A-C2C5-4A4D-89B7-FDB364C94B50}" type="pres">
      <dgm:prSet presAssocID="{6C5D0657-C6B2-43F4-8FF4-1B8BF326B44D}" presName="Name0" presStyleCnt="0">
        <dgm:presLayoutVars>
          <dgm:dir/>
          <dgm:resizeHandles val="exact"/>
        </dgm:presLayoutVars>
      </dgm:prSet>
      <dgm:spPr/>
    </dgm:pt>
    <dgm:pt modelId="{BFB87417-2725-42BE-A025-4A4BC97634D9}" type="pres">
      <dgm:prSet presAssocID="{431D055F-B6DD-43D9-9D7E-5FF015A3DCD1}" presName="node" presStyleLbl="node1" presStyleIdx="0" presStyleCnt="3">
        <dgm:presLayoutVars>
          <dgm:bulletEnabled val="1"/>
        </dgm:presLayoutVars>
      </dgm:prSet>
      <dgm:spPr/>
    </dgm:pt>
    <dgm:pt modelId="{F0FFD70D-E2AD-40D5-BCE6-0F2ABFCC3F9F}" type="pres">
      <dgm:prSet presAssocID="{04BD76A0-EE81-4EE5-8548-8FD74361D112}" presName="sibTrans" presStyleLbl="sibTrans2D1" presStyleIdx="0" presStyleCnt="2"/>
      <dgm:spPr/>
    </dgm:pt>
    <dgm:pt modelId="{1CA90DC7-EDAF-4E3D-A0AA-5D44D30E54F6}" type="pres">
      <dgm:prSet presAssocID="{04BD76A0-EE81-4EE5-8548-8FD74361D112}" presName="connectorText" presStyleLbl="sibTrans2D1" presStyleIdx="0" presStyleCnt="2"/>
      <dgm:spPr/>
    </dgm:pt>
    <dgm:pt modelId="{A0C4A142-4E26-4826-86E0-0CA2F84C09A4}" type="pres">
      <dgm:prSet presAssocID="{E5518577-E19F-4225-8CFB-E3E7AC98659A}" presName="node" presStyleLbl="node1" presStyleIdx="1" presStyleCnt="3">
        <dgm:presLayoutVars>
          <dgm:bulletEnabled val="1"/>
        </dgm:presLayoutVars>
      </dgm:prSet>
      <dgm:spPr/>
    </dgm:pt>
    <dgm:pt modelId="{38BD7807-5D2A-45CF-B3B1-64217AA6DB87}" type="pres">
      <dgm:prSet presAssocID="{1555186A-4DA3-4304-AB7E-70BE37C1C295}" presName="sibTrans" presStyleLbl="sibTrans2D1" presStyleIdx="1" presStyleCnt="2"/>
      <dgm:spPr/>
    </dgm:pt>
    <dgm:pt modelId="{08151488-78C0-4497-8A3C-C6FCC11DF777}" type="pres">
      <dgm:prSet presAssocID="{1555186A-4DA3-4304-AB7E-70BE37C1C295}" presName="connectorText" presStyleLbl="sibTrans2D1" presStyleIdx="1" presStyleCnt="2"/>
      <dgm:spPr/>
    </dgm:pt>
    <dgm:pt modelId="{15CE7B42-0523-40B6-8C17-4BB5C3779062}" type="pres">
      <dgm:prSet presAssocID="{C544F4F6-22CC-4F8E-8ADE-47D821C58EF3}" presName="node" presStyleLbl="node1" presStyleIdx="2" presStyleCnt="3">
        <dgm:presLayoutVars>
          <dgm:bulletEnabled val="1"/>
        </dgm:presLayoutVars>
      </dgm:prSet>
      <dgm:spPr/>
    </dgm:pt>
  </dgm:ptLst>
  <dgm:cxnLst>
    <dgm:cxn modelId="{8045651C-3DD7-425D-8867-6A766B1D462C}" srcId="{6C5D0657-C6B2-43F4-8FF4-1B8BF326B44D}" destId="{C544F4F6-22CC-4F8E-8ADE-47D821C58EF3}" srcOrd="2" destOrd="0" parTransId="{50972397-6547-4469-A411-12C0EEA4447F}" sibTransId="{E319F932-CF22-48E5-BA23-A245F757469B}"/>
    <dgm:cxn modelId="{A6B1E02A-A228-4AFA-A3CD-BFD3BEE4591A}" type="presOf" srcId="{04BD76A0-EE81-4EE5-8548-8FD74361D112}" destId="{1CA90DC7-EDAF-4E3D-A0AA-5D44D30E54F6}" srcOrd="1" destOrd="0" presId="urn:microsoft.com/office/officeart/2005/8/layout/process1"/>
    <dgm:cxn modelId="{CFB4E43A-E674-4299-A672-6A9983562C01}" type="presOf" srcId="{6C5D0657-C6B2-43F4-8FF4-1B8BF326B44D}" destId="{34EE7C3A-C2C5-4A4D-89B7-FDB364C94B50}" srcOrd="0" destOrd="0" presId="urn:microsoft.com/office/officeart/2005/8/layout/process1"/>
    <dgm:cxn modelId="{E7AC793C-7F73-42D2-9C08-37D99A56C0BF}" srcId="{6C5D0657-C6B2-43F4-8FF4-1B8BF326B44D}" destId="{431D055F-B6DD-43D9-9D7E-5FF015A3DCD1}" srcOrd="0" destOrd="0" parTransId="{56E59010-5786-4ABE-97CB-16AD5B99EF82}" sibTransId="{04BD76A0-EE81-4EE5-8548-8FD74361D112}"/>
    <dgm:cxn modelId="{4F563260-5D64-4919-91FD-8782E8CE2208}" type="presOf" srcId="{1555186A-4DA3-4304-AB7E-70BE37C1C295}" destId="{08151488-78C0-4497-8A3C-C6FCC11DF777}" srcOrd="1" destOrd="0" presId="urn:microsoft.com/office/officeart/2005/8/layout/process1"/>
    <dgm:cxn modelId="{85B23546-CF87-40E0-A81D-CB6A78083AD9}" type="presOf" srcId="{1555186A-4DA3-4304-AB7E-70BE37C1C295}" destId="{38BD7807-5D2A-45CF-B3B1-64217AA6DB87}" srcOrd="0" destOrd="0" presId="urn:microsoft.com/office/officeart/2005/8/layout/process1"/>
    <dgm:cxn modelId="{01576967-B41A-46C2-88CF-F3B0CABD93D2}" type="presOf" srcId="{C544F4F6-22CC-4F8E-8ADE-47D821C58EF3}" destId="{15CE7B42-0523-40B6-8C17-4BB5C3779062}" srcOrd="0" destOrd="0" presId="urn:microsoft.com/office/officeart/2005/8/layout/process1"/>
    <dgm:cxn modelId="{8CC8E07A-4E03-4009-8C2E-EC24CAB2D888}" type="presOf" srcId="{04BD76A0-EE81-4EE5-8548-8FD74361D112}" destId="{F0FFD70D-E2AD-40D5-BCE6-0F2ABFCC3F9F}" srcOrd="0" destOrd="0" presId="urn:microsoft.com/office/officeart/2005/8/layout/process1"/>
    <dgm:cxn modelId="{B8D3E6B5-6857-40D8-B662-C9E9D4ED53A2}" type="presOf" srcId="{431D055F-B6DD-43D9-9D7E-5FF015A3DCD1}" destId="{BFB87417-2725-42BE-A025-4A4BC97634D9}" srcOrd="0" destOrd="0" presId="urn:microsoft.com/office/officeart/2005/8/layout/process1"/>
    <dgm:cxn modelId="{ACD4B2C3-B36F-4243-8673-ED185289CEE4}" srcId="{6C5D0657-C6B2-43F4-8FF4-1B8BF326B44D}" destId="{E5518577-E19F-4225-8CFB-E3E7AC98659A}" srcOrd="1" destOrd="0" parTransId="{F7EADA22-3D1E-438A-996D-90F3F0727B5C}" sibTransId="{1555186A-4DA3-4304-AB7E-70BE37C1C295}"/>
    <dgm:cxn modelId="{C2DA54CD-146B-41F6-A1E1-87977566CDFC}" type="presOf" srcId="{E5518577-E19F-4225-8CFB-E3E7AC98659A}" destId="{A0C4A142-4E26-4826-86E0-0CA2F84C09A4}" srcOrd="0" destOrd="0" presId="urn:microsoft.com/office/officeart/2005/8/layout/process1"/>
    <dgm:cxn modelId="{0EB16560-80C6-4B47-A1B5-0E427D8614E7}" type="presParOf" srcId="{34EE7C3A-C2C5-4A4D-89B7-FDB364C94B50}" destId="{BFB87417-2725-42BE-A025-4A4BC97634D9}" srcOrd="0" destOrd="0" presId="urn:microsoft.com/office/officeart/2005/8/layout/process1"/>
    <dgm:cxn modelId="{3B1DEAFB-E720-49B2-AEF6-8354D700A970}" type="presParOf" srcId="{34EE7C3A-C2C5-4A4D-89B7-FDB364C94B50}" destId="{F0FFD70D-E2AD-40D5-BCE6-0F2ABFCC3F9F}" srcOrd="1" destOrd="0" presId="urn:microsoft.com/office/officeart/2005/8/layout/process1"/>
    <dgm:cxn modelId="{4CEE6352-90F2-4CF2-BC02-E5725E5B2986}" type="presParOf" srcId="{F0FFD70D-E2AD-40D5-BCE6-0F2ABFCC3F9F}" destId="{1CA90DC7-EDAF-4E3D-A0AA-5D44D30E54F6}" srcOrd="0" destOrd="0" presId="urn:microsoft.com/office/officeart/2005/8/layout/process1"/>
    <dgm:cxn modelId="{E148542C-4759-4DCE-8BEF-3F7CCCAAE252}" type="presParOf" srcId="{34EE7C3A-C2C5-4A4D-89B7-FDB364C94B50}" destId="{A0C4A142-4E26-4826-86E0-0CA2F84C09A4}" srcOrd="2" destOrd="0" presId="urn:microsoft.com/office/officeart/2005/8/layout/process1"/>
    <dgm:cxn modelId="{70660C06-ADCA-44F9-A57C-0CD7C32064B1}" type="presParOf" srcId="{34EE7C3A-C2C5-4A4D-89B7-FDB364C94B50}" destId="{38BD7807-5D2A-45CF-B3B1-64217AA6DB87}" srcOrd="3" destOrd="0" presId="urn:microsoft.com/office/officeart/2005/8/layout/process1"/>
    <dgm:cxn modelId="{1CF8CA35-0A13-40C5-9965-3527E1073D99}" type="presParOf" srcId="{38BD7807-5D2A-45CF-B3B1-64217AA6DB87}" destId="{08151488-78C0-4497-8A3C-C6FCC11DF777}" srcOrd="0" destOrd="0" presId="urn:microsoft.com/office/officeart/2005/8/layout/process1"/>
    <dgm:cxn modelId="{88CCDFCB-A14F-40AB-8FAE-678939318FC8}" type="presParOf" srcId="{34EE7C3A-C2C5-4A4D-89B7-FDB364C94B50}" destId="{15CE7B42-0523-40B6-8C17-4BB5C3779062}"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B87417-2725-42BE-A025-4A4BC97634D9}">
      <dsp:nvSpPr>
        <dsp:cNvPr id="0" name=""/>
        <dsp:cNvSpPr/>
      </dsp:nvSpPr>
      <dsp:spPr>
        <a:xfrm>
          <a:off x="10093" y="0"/>
          <a:ext cx="3016786" cy="15058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使用模型预测的结果文件输出的结果</a:t>
          </a:r>
          <a:br>
            <a:rPr lang="en-US" altLang="zh-CN" sz="1200" kern="1200" dirty="0"/>
          </a:br>
          <a:r>
            <a:rPr lang="en-US" altLang="zh-CN" sz="1200" kern="1200" dirty="0" err="1"/>
            <a:t>real_with_predicted_multipath_svm_bal</a:t>
          </a:r>
          <a:endParaRPr lang="zh-CN" altLang="en-US" sz="1200" kern="1200" dirty="0"/>
        </a:p>
      </dsp:txBody>
      <dsp:txXfrm>
        <a:off x="54197" y="44104"/>
        <a:ext cx="2928578" cy="1417626"/>
      </dsp:txXfrm>
    </dsp:sp>
    <dsp:sp modelId="{F0FFD70D-E2AD-40D5-BCE6-0F2ABFCC3F9F}">
      <dsp:nvSpPr>
        <dsp:cNvPr id="0" name=""/>
        <dsp:cNvSpPr/>
      </dsp:nvSpPr>
      <dsp:spPr>
        <a:xfrm>
          <a:off x="3328558" y="378835"/>
          <a:ext cx="639558" cy="7481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3328558" y="528468"/>
        <a:ext cx="447691" cy="448897"/>
      </dsp:txXfrm>
    </dsp:sp>
    <dsp:sp modelId="{A0C4A142-4E26-4826-86E0-0CA2F84C09A4}">
      <dsp:nvSpPr>
        <dsp:cNvPr id="0" name=""/>
        <dsp:cNvSpPr/>
      </dsp:nvSpPr>
      <dsp:spPr>
        <a:xfrm>
          <a:off x="4233594" y="0"/>
          <a:ext cx="3016786" cy="15058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位置解算</a:t>
          </a:r>
          <a:br>
            <a:rPr lang="en-US" altLang="zh-CN" sz="1200" kern="1200" dirty="0"/>
          </a:br>
          <a:r>
            <a:rPr lang="en-US" altLang="zh-CN" sz="1200" kern="1200" dirty="0"/>
            <a:t>1.</a:t>
          </a:r>
          <a:r>
            <a:rPr lang="zh-CN" altLang="en-US" sz="1200" kern="1200" dirty="0"/>
            <a:t>标准</a:t>
          </a:r>
          <a:r>
            <a:rPr lang="en-US" altLang="zh-CN" sz="1200" kern="1200" dirty="0"/>
            <a:t>SPP</a:t>
          </a:r>
          <a:r>
            <a:rPr lang="zh-CN" altLang="en-US" sz="1200" kern="1200" dirty="0"/>
            <a:t>（绿）</a:t>
          </a:r>
          <a:endParaRPr lang="en-US" altLang="zh-CN" sz="1200" kern="1200" dirty="0"/>
        </a:p>
        <a:p>
          <a:pPr marL="0" lvl="0" indent="0" algn="ctr" defTabSz="533400">
            <a:lnSpc>
              <a:spcPct val="90000"/>
            </a:lnSpc>
            <a:spcBef>
              <a:spcPct val="0"/>
            </a:spcBef>
            <a:spcAft>
              <a:spcPct val="35000"/>
            </a:spcAft>
            <a:buNone/>
          </a:pPr>
          <a:r>
            <a:rPr lang="en-US" altLang="zh-CN" sz="1200" kern="1200" dirty="0"/>
            <a:t>2.</a:t>
          </a:r>
          <a:r>
            <a:rPr lang="zh-CN" altLang="en-US" sz="1200" kern="1200" dirty="0"/>
            <a:t>加权</a:t>
          </a:r>
          <a:r>
            <a:rPr lang="en-US" altLang="zh-CN" sz="1200" kern="1200" dirty="0"/>
            <a:t>SPP</a:t>
          </a:r>
          <a:r>
            <a:rPr lang="zh-CN" altLang="en-US" sz="1200" kern="1200" dirty="0"/>
            <a:t>（红）</a:t>
          </a:r>
          <a:endParaRPr lang="en-US" altLang="zh-CN" sz="1200" kern="1200" dirty="0"/>
        </a:p>
        <a:p>
          <a:pPr marL="0" lvl="0" indent="0" algn="ctr" defTabSz="533400">
            <a:lnSpc>
              <a:spcPct val="90000"/>
            </a:lnSpc>
            <a:spcBef>
              <a:spcPct val="0"/>
            </a:spcBef>
            <a:spcAft>
              <a:spcPct val="35000"/>
            </a:spcAft>
            <a:buNone/>
          </a:pPr>
          <a:r>
            <a:rPr lang="en-US" altLang="zh-CN" sz="1200" kern="1200" dirty="0"/>
            <a:t>3.</a:t>
          </a:r>
          <a:r>
            <a:rPr lang="zh-CN" altLang="en-US" sz="1200" kern="1200" dirty="0"/>
            <a:t>剔除坏信号的</a:t>
          </a:r>
          <a:r>
            <a:rPr lang="en-US" altLang="zh-CN" sz="1200" kern="1200" dirty="0"/>
            <a:t>SPP</a:t>
          </a:r>
          <a:r>
            <a:rPr lang="zh-CN" altLang="en-US" sz="1200" kern="1200" dirty="0"/>
            <a:t>（浅蓝）</a:t>
          </a:r>
          <a:endParaRPr lang="en-US" altLang="zh-CN" sz="1200" kern="1200" dirty="0"/>
        </a:p>
        <a:p>
          <a:pPr marL="0" lvl="0" indent="0" algn="ctr" defTabSz="533400">
            <a:lnSpc>
              <a:spcPct val="90000"/>
            </a:lnSpc>
            <a:spcBef>
              <a:spcPct val="0"/>
            </a:spcBef>
            <a:spcAft>
              <a:spcPct val="35000"/>
            </a:spcAft>
            <a:buNone/>
          </a:pPr>
          <a:r>
            <a:rPr lang="en-US" altLang="zh-CN" sz="1200" kern="1200" dirty="0"/>
            <a:t>4.</a:t>
          </a:r>
          <a:r>
            <a:rPr lang="zh-CN" altLang="en-US" sz="1200" kern="1200" dirty="0"/>
            <a:t>地面真值是</a:t>
          </a:r>
          <a:r>
            <a:rPr lang="en-US" altLang="zh-CN" sz="1200" kern="1200" dirty="0"/>
            <a:t>user_pos_full.csv</a:t>
          </a:r>
          <a:r>
            <a:rPr lang="zh-CN" altLang="en-US" sz="1200" kern="1200" dirty="0"/>
            <a:t>数据（蓝）</a:t>
          </a:r>
        </a:p>
      </dsp:txBody>
      <dsp:txXfrm>
        <a:off x="4277698" y="44104"/>
        <a:ext cx="2928578" cy="1417626"/>
      </dsp:txXfrm>
    </dsp:sp>
    <dsp:sp modelId="{38BD7807-5D2A-45CF-B3B1-64217AA6DB87}">
      <dsp:nvSpPr>
        <dsp:cNvPr id="0" name=""/>
        <dsp:cNvSpPr/>
      </dsp:nvSpPr>
      <dsp:spPr>
        <a:xfrm>
          <a:off x="7552059" y="378835"/>
          <a:ext cx="639558" cy="7481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7552059" y="528468"/>
        <a:ext cx="447691" cy="448897"/>
      </dsp:txXfrm>
    </dsp:sp>
    <dsp:sp modelId="{15CE7B42-0523-40B6-8C17-4BB5C3779062}">
      <dsp:nvSpPr>
        <dsp:cNvPr id="0" name=""/>
        <dsp:cNvSpPr/>
      </dsp:nvSpPr>
      <dsp:spPr>
        <a:xfrm>
          <a:off x="8457095" y="0"/>
          <a:ext cx="3016786" cy="15058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转换成</a:t>
          </a:r>
          <a:r>
            <a:rPr lang="en-US" altLang="zh-CN" sz="1200" kern="1200" dirty="0" err="1"/>
            <a:t>enu</a:t>
          </a:r>
          <a:r>
            <a:rPr lang="zh-CN" altLang="en-US" sz="1200" kern="1200" dirty="0"/>
            <a:t>坐标后</a:t>
          </a:r>
        </a:p>
      </dsp:txBody>
      <dsp:txXfrm>
        <a:off x="8501199" y="44104"/>
        <a:ext cx="2928578" cy="14176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B87417-2725-42BE-A025-4A4BC97634D9}">
      <dsp:nvSpPr>
        <dsp:cNvPr id="0" name=""/>
        <dsp:cNvSpPr/>
      </dsp:nvSpPr>
      <dsp:spPr>
        <a:xfrm>
          <a:off x="10093" y="0"/>
          <a:ext cx="3016786" cy="15058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使用模型预测的结果文件输出的结果</a:t>
          </a:r>
          <a:br>
            <a:rPr lang="en-US" altLang="zh-CN" sz="1200" kern="1200" dirty="0"/>
          </a:br>
          <a:r>
            <a:rPr lang="en-US" altLang="zh-CN" sz="1200" kern="1200" dirty="0" err="1"/>
            <a:t>real_with_predicted_multipath_svm_bal</a:t>
          </a:r>
          <a:endParaRPr lang="zh-CN" altLang="en-US" sz="1200" kern="1200" dirty="0"/>
        </a:p>
      </dsp:txBody>
      <dsp:txXfrm>
        <a:off x="54197" y="44104"/>
        <a:ext cx="2928578" cy="1417626"/>
      </dsp:txXfrm>
    </dsp:sp>
    <dsp:sp modelId="{F0FFD70D-E2AD-40D5-BCE6-0F2ABFCC3F9F}">
      <dsp:nvSpPr>
        <dsp:cNvPr id="0" name=""/>
        <dsp:cNvSpPr/>
      </dsp:nvSpPr>
      <dsp:spPr>
        <a:xfrm>
          <a:off x="3328558" y="378835"/>
          <a:ext cx="639558" cy="7481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3328558" y="528468"/>
        <a:ext cx="447691" cy="448897"/>
      </dsp:txXfrm>
    </dsp:sp>
    <dsp:sp modelId="{A0C4A142-4E26-4826-86E0-0CA2F84C09A4}">
      <dsp:nvSpPr>
        <dsp:cNvPr id="0" name=""/>
        <dsp:cNvSpPr/>
      </dsp:nvSpPr>
      <dsp:spPr>
        <a:xfrm>
          <a:off x="4233594" y="0"/>
          <a:ext cx="3016786" cy="15058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位置解算</a:t>
          </a:r>
          <a:br>
            <a:rPr lang="en-US" altLang="zh-CN" sz="1200" kern="1200" dirty="0"/>
          </a:br>
          <a:r>
            <a:rPr lang="en-US" altLang="zh-CN" sz="1200" kern="1200" dirty="0"/>
            <a:t>1.</a:t>
          </a:r>
          <a:r>
            <a:rPr lang="zh-CN" altLang="en-US" sz="1200" kern="1200" dirty="0"/>
            <a:t>标准</a:t>
          </a:r>
          <a:r>
            <a:rPr lang="en-US" altLang="zh-CN" sz="1200" kern="1200" dirty="0"/>
            <a:t>SPP</a:t>
          </a:r>
          <a:r>
            <a:rPr lang="zh-CN" altLang="en-US" sz="1200" kern="1200" dirty="0"/>
            <a:t>（绿）</a:t>
          </a:r>
          <a:endParaRPr lang="en-US" altLang="zh-CN" sz="1200" kern="1200" dirty="0"/>
        </a:p>
        <a:p>
          <a:pPr marL="0" lvl="0" indent="0" algn="ctr" defTabSz="533400">
            <a:lnSpc>
              <a:spcPct val="90000"/>
            </a:lnSpc>
            <a:spcBef>
              <a:spcPct val="0"/>
            </a:spcBef>
            <a:spcAft>
              <a:spcPct val="35000"/>
            </a:spcAft>
            <a:buNone/>
          </a:pPr>
          <a:r>
            <a:rPr lang="en-US" altLang="zh-CN" sz="1200" kern="1200" dirty="0"/>
            <a:t>2.</a:t>
          </a:r>
          <a:r>
            <a:rPr lang="zh-CN" altLang="en-US" sz="1200" kern="1200" dirty="0"/>
            <a:t>加权</a:t>
          </a:r>
          <a:r>
            <a:rPr lang="en-US" altLang="zh-CN" sz="1200" kern="1200" dirty="0"/>
            <a:t>SPP</a:t>
          </a:r>
          <a:r>
            <a:rPr lang="zh-CN" altLang="en-US" sz="1200" kern="1200" dirty="0"/>
            <a:t>（红）</a:t>
          </a:r>
          <a:endParaRPr lang="en-US" altLang="zh-CN" sz="1200" kern="1200" dirty="0"/>
        </a:p>
        <a:p>
          <a:pPr marL="0" lvl="0" indent="0" algn="ctr" defTabSz="533400">
            <a:lnSpc>
              <a:spcPct val="90000"/>
            </a:lnSpc>
            <a:spcBef>
              <a:spcPct val="0"/>
            </a:spcBef>
            <a:spcAft>
              <a:spcPct val="35000"/>
            </a:spcAft>
            <a:buNone/>
          </a:pPr>
          <a:r>
            <a:rPr lang="en-US" altLang="zh-CN" sz="1200" kern="1200" dirty="0"/>
            <a:t>3.</a:t>
          </a:r>
          <a:r>
            <a:rPr lang="zh-CN" altLang="en-US" sz="1200" kern="1200" dirty="0"/>
            <a:t>剔除坏信号的</a:t>
          </a:r>
          <a:r>
            <a:rPr lang="en-US" altLang="zh-CN" sz="1200" kern="1200" dirty="0"/>
            <a:t>SPP</a:t>
          </a:r>
          <a:r>
            <a:rPr lang="zh-CN" altLang="en-US" sz="1200" kern="1200" dirty="0"/>
            <a:t>（浅蓝）</a:t>
          </a:r>
          <a:endParaRPr lang="en-US" altLang="zh-CN" sz="1200" kern="1200" dirty="0"/>
        </a:p>
        <a:p>
          <a:pPr marL="0" lvl="0" indent="0" algn="ctr" defTabSz="533400">
            <a:lnSpc>
              <a:spcPct val="90000"/>
            </a:lnSpc>
            <a:spcBef>
              <a:spcPct val="0"/>
            </a:spcBef>
            <a:spcAft>
              <a:spcPct val="35000"/>
            </a:spcAft>
            <a:buNone/>
          </a:pPr>
          <a:r>
            <a:rPr lang="en-US" altLang="zh-CN" sz="1200" kern="1200" dirty="0"/>
            <a:t>4.</a:t>
          </a:r>
          <a:r>
            <a:rPr lang="zh-CN" altLang="en-US" sz="1200" kern="1200" dirty="0"/>
            <a:t>地面真值是</a:t>
          </a:r>
          <a:r>
            <a:rPr lang="en-US" altLang="zh-CN" sz="1200" kern="1200" dirty="0"/>
            <a:t>user_pos_full.csv</a:t>
          </a:r>
          <a:r>
            <a:rPr lang="zh-CN" altLang="en-US" sz="1200" kern="1200" dirty="0"/>
            <a:t>数据（蓝）</a:t>
          </a:r>
        </a:p>
      </dsp:txBody>
      <dsp:txXfrm>
        <a:off x="4277698" y="44104"/>
        <a:ext cx="2928578" cy="1417626"/>
      </dsp:txXfrm>
    </dsp:sp>
    <dsp:sp modelId="{38BD7807-5D2A-45CF-B3B1-64217AA6DB87}">
      <dsp:nvSpPr>
        <dsp:cNvPr id="0" name=""/>
        <dsp:cNvSpPr/>
      </dsp:nvSpPr>
      <dsp:spPr>
        <a:xfrm>
          <a:off x="7552059" y="378835"/>
          <a:ext cx="639558" cy="7481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7552059" y="528468"/>
        <a:ext cx="447691" cy="448897"/>
      </dsp:txXfrm>
    </dsp:sp>
    <dsp:sp modelId="{15CE7B42-0523-40B6-8C17-4BB5C3779062}">
      <dsp:nvSpPr>
        <dsp:cNvPr id="0" name=""/>
        <dsp:cNvSpPr/>
      </dsp:nvSpPr>
      <dsp:spPr>
        <a:xfrm>
          <a:off x="8457095" y="0"/>
          <a:ext cx="3016786" cy="15058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转换成</a:t>
          </a:r>
          <a:r>
            <a:rPr lang="en-US" altLang="zh-CN" sz="1200" kern="1200" dirty="0" err="1"/>
            <a:t>enu</a:t>
          </a:r>
          <a:r>
            <a:rPr lang="zh-CN" altLang="en-US" sz="1200" kern="1200" dirty="0"/>
            <a:t>坐标后</a:t>
          </a:r>
        </a:p>
      </dsp:txBody>
      <dsp:txXfrm>
        <a:off x="8501199" y="44104"/>
        <a:ext cx="2928578" cy="141762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3"/>
            <a:ext cx="2945862" cy="497333"/>
          </a:xfrm>
          <a:prstGeom prst="rect">
            <a:avLst/>
          </a:prstGeom>
        </p:spPr>
        <p:txBody>
          <a:bodyPr vert="horz" lIns="88212" tIns="44107" rIns="88212" bIns="44107" rtlCol="0"/>
          <a:lstStyle>
            <a:lvl1pPr algn="l" eaLnBrk="1" fontAlgn="auto" hangingPunct="1">
              <a:spcBef>
                <a:spcPts val="0"/>
              </a:spcBef>
              <a:spcAft>
                <a:spcPts val="0"/>
              </a:spcAft>
              <a:defRPr sz="1200">
                <a:latin typeface="+mn-lt"/>
                <a:ea typeface="+mn-ea"/>
                <a:cs typeface="+mn-cs"/>
              </a:defRPr>
            </a:lvl1pPr>
          </a:lstStyle>
          <a:p>
            <a:pPr>
              <a:defRPr/>
            </a:pPr>
            <a:endParaRPr lang="de-DE"/>
          </a:p>
        </p:txBody>
      </p:sp>
      <p:sp>
        <p:nvSpPr>
          <p:cNvPr id="3" name="Datumsplatzhalter 2"/>
          <p:cNvSpPr>
            <a:spLocks noGrp="1"/>
          </p:cNvSpPr>
          <p:nvPr>
            <p:ph type="dt" sz="quarter" idx="1"/>
          </p:nvPr>
        </p:nvSpPr>
        <p:spPr>
          <a:xfrm>
            <a:off x="3850295" y="3"/>
            <a:ext cx="2945862" cy="497333"/>
          </a:xfrm>
          <a:prstGeom prst="rect">
            <a:avLst/>
          </a:prstGeom>
        </p:spPr>
        <p:txBody>
          <a:bodyPr vert="horz" wrap="square" lIns="88212" tIns="44107" rIns="88212" bIns="44107" numCol="1" anchor="t" anchorCtr="0" compatLnSpc="1">
            <a:prstTxWarp prst="textNoShape">
              <a:avLst/>
            </a:prstTxWarp>
          </a:bodyPr>
          <a:lstStyle>
            <a:lvl1pPr algn="r" eaLnBrk="1" hangingPunct="1">
              <a:defRPr sz="1000" smtClean="0"/>
            </a:lvl1pPr>
          </a:lstStyle>
          <a:p>
            <a:pPr>
              <a:defRPr/>
            </a:pPr>
            <a:fld id="{517FCCCD-D206-47CF-B944-0B3BF2D9079C}" type="datetimeFigureOut">
              <a:rPr lang="de-DE" altLang="de-DE"/>
              <a:pPr>
                <a:defRPr/>
              </a:pPr>
              <a:t>20.10.2025</a:t>
            </a:fld>
            <a:endParaRPr lang="de-DE" altLang="de-DE"/>
          </a:p>
        </p:txBody>
      </p:sp>
      <p:sp>
        <p:nvSpPr>
          <p:cNvPr id="4" name="Fußzeilenplatzhalter 3"/>
          <p:cNvSpPr>
            <a:spLocks noGrp="1"/>
          </p:cNvSpPr>
          <p:nvPr>
            <p:ph type="ftr" sz="quarter" idx="2"/>
          </p:nvPr>
        </p:nvSpPr>
        <p:spPr>
          <a:xfrm>
            <a:off x="0" y="9429307"/>
            <a:ext cx="2945862" cy="497333"/>
          </a:xfrm>
          <a:prstGeom prst="rect">
            <a:avLst/>
          </a:prstGeom>
        </p:spPr>
        <p:txBody>
          <a:bodyPr vert="horz" lIns="88212" tIns="44107" rIns="88212" bIns="44107"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5" name="Foliennummernplatzhalter 4"/>
          <p:cNvSpPr>
            <a:spLocks noGrp="1"/>
          </p:cNvSpPr>
          <p:nvPr>
            <p:ph type="sldNum" sz="quarter" idx="3"/>
          </p:nvPr>
        </p:nvSpPr>
        <p:spPr>
          <a:xfrm>
            <a:off x="3850295" y="9429307"/>
            <a:ext cx="2945862" cy="497333"/>
          </a:xfrm>
          <a:prstGeom prst="rect">
            <a:avLst/>
          </a:prstGeom>
        </p:spPr>
        <p:txBody>
          <a:bodyPr vert="horz" wrap="square" lIns="88212" tIns="44107" rIns="88212" bIns="44107" numCol="1" anchor="b" anchorCtr="0" compatLnSpc="1">
            <a:prstTxWarp prst="textNoShape">
              <a:avLst/>
            </a:prstTxWarp>
          </a:bodyPr>
          <a:lstStyle>
            <a:lvl1pPr algn="r" eaLnBrk="1" hangingPunct="1">
              <a:defRPr sz="1000"/>
            </a:lvl1pPr>
          </a:lstStyle>
          <a:p>
            <a:fld id="{D59670E0-7F84-4741-B550-65997F2A51FF}" type="slidenum">
              <a:rPr lang="de-DE" altLang="de-DE"/>
              <a:pPr/>
              <a:t>‹#›</a:t>
            </a:fld>
            <a:endParaRPr lang="de-DE" altLang="de-DE"/>
          </a:p>
        </p:txBody>
      </p:sp>
    </p:spTree>
    <p:extLst>
      <p:ext uri="{BB962C8B-B14F-4D97-AF65-F5344CB8AC3E}">
        <p14:creationId xmlns:p14="http://schemas.microsoft.com/office/powerpoint/2010/main" val="1755355246"/>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2T05:44:09.686"/>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1,'1572'0,"-1550"0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3"/>
            <a:ext cx="2945862" cy="497333"/>
          </a:xfrm>
          <a:prstGeom prst="rect">
            <a:avLst/>
          </a:prstGeom>
        </p:spPr>
        <p:txBody>
          <a:bodyPr vert="horz" lIns="88212" tIns="44107" rIns="88212" bIns="44107" rtlCol="0"/>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3" name="Datumsplatzhalter 2"/>
          <p:cNvSpPr>
            <a:spLocks noGrp="1"/>
          </p:cNvSpPr>
          <p:nvPr>
            <p:ph type="dt" idx="1"/>
          </p:nvPr>
        </p:nvSpPr>
        <p:spPr>
          <a:xfrm>
            <a:off x="3850295" y="3"/>
            <a:ext cx="2945862" cy="497333"/>
          </a:xfrm>
          <a:prstGeom prst="rect">
            <a:avLst/>
          </a:prstGeom>
        </p:spPr>
        <p:txBody>
          <a:bodyPr vert="horz" wrap="square" lIns="88212" tIns="44107" rIns="88212" bIns="44107" numCol="1" anchor="t" anchorCtr="0" compatLnSpc="1">
            <a:prstTxWarp prst="textNoShape">
              <a:avLst/>
            </a:prstTxWarp>
          </a:bodyPr>
          <a:lstStyle>
            <a:lvl1pPr algn="r" eaLnBrk="1" hangingPunct="1">
              <a:defRPr sz="1000" smtClean="0"/>
            </a:lvl1pPr>
          </a:lstStyle>
          <a:p>
            <a:pPr>
              <a:defRPr/>
            </a:pPr>
            <a:fld id="{8F27E609-FD42-4B8F-BE3E-F1EA95C6459B}" type="datetimeFigureOut">
              <a:rPr lang="de-DE" altLang="de-DE"/>
              <a:pPr>
                <a:defRPr/>
              </a:pPr>
              <a:t>20.10.2025</a:t>
            </a:fld>
            <a:endParaRPr lang="de-DE" altLang="de-DE"/>
          </a:p>
        </p:txBody>
      </p:sp>
      <p:sp>
        <p:nvSpPr>
          <p:cNvPr id="4" name="Folienbildplatzhalter 3"/>
          <p:cNvSpPr>
            <a:spLocks noGrp="1" noRot="1" noChangeAspect="1"/>
          </p:cNvSpPr>
          <p:nvPr>
            <p:ph type="sldImg" idx="2"/>
          </p:nvPr>
        </p:nvSpPr>
        <p:spPr>
          <a:xfrm>
            <a:off x="425450" y="1243013"/>
            <a:ext cx="5946775" cy="3346450"/>
          </a:xfrm>
          <a:prstGeom prst="rect">
            <a:avLst/>
          </a:prstGeom>
          <a:noFill/>
          <a:ln w="12700">
            <a:solidFill>
              <a:prstClr val="black"/>
            </a:solidFill>
          </a:ln>
        </p:spPr>
        <p:txBody>
          <a:bodyPr vert="horz" lIns="88212" tIns="44107" rIns="88212" bIns="44107" rtlCol="0" anchor="ctr"/>
          <a:lstStyle/>
          <a:p>
            <a:pPr lvl="0"/>
            <a:endParaRPr lang="de-DE" noProof="0"/>
          </a:p>
        </p:txBody>
      </p:sp>
      <p:sp>
        <p:nvSpPr>
          <p:cNvPr id="5" name="Notizenplatzhalter 4"/>
          <p:cNvSpPr>
            <a:spLocks noGrp="1"/>
          </p:cNvSpPr>
          <p:nvPr>
            <p:ph type="body" sz="quarter" idx="3"/>
          </p:nvPr>
        </p:nvSpPr>
        <p:spPr>
          <a:xfrm>
            <a:off x="679464" y="4777783"/>
            <a:ext cx="5438748" cy="3907835"/>
          </a:xfrm>
          <a:prstGeom prst="rect">
            <a:avLst/>
          </a:prstGeom>
        </p:spPr>
        <p:txBody>
          <a:bodyPr vert="horz" wrap="square" lIns="88212" tIns="44107" rIns="88212" bIns="44107" numCol="1" anchor="t" anchorCtr="0" compatLnSpc="1">
            <a:prstTxWarp prst="textNoShape">
              <a:avLst/>
            </a:prstTxWarp>
          </a:bodyPr>
          <a:lstStyle/>
          <a:p>
            <a:pPr lvl="0"/>
            <a:r>
              <a:rPr lang="de-DE" altLang="de-DE" noProof="0"/>
              <a:t>Textmasterformat bearbeiten</a:t>
            </a:r>
          </a:p>
          <a:p>
            <a:pPr lvl="1"/>
            <a:r>
              <a:rPr lang="de-DE" altLang="de-DE" noProof="0"/>
              <a:t>Zweite Ebene</a:t>
            </a:r>
          </a:p>
          <a:p>
            <a:pPr lvl="2"/>
            <a:r>
              <a:rPr lang="de-DE" altLang="de-DE" noProof="0"/>
              <a:t>Dritte Ebene</a:t>
            </a:r>
          </a:p>
          <a:p>
            <a:pPr lvl="3"/>
            <a:r>
              <a:rPr lang="de-DE" altLang="de-DE" noProof="0"/>
              <a:t>Vierte Ebene</a:t>
            </a:r>
          </a:p>
          <a:p>
            <a:pPr lvl="4"/>
            <a:r>
              <a:rPr lang="de-DE" altLang="de-DE" noProof="0"/>
              <a:t>Fünfte Ebene</a:t>
            </a:r>
          </a:p>
        </p:txBody>
      </p:sp>
      <p:sp>
        <p:nvSpPr>
          <p:cNvPr id="6" name="Fußzeilenplatzhalter 5"/>
          <p:cNvSpPr>
            <a:spLocks noGrp="1"/>
          </p:cNvSpPr>
          <p:nvPr>
            <p:ph type="ftr" sz="quarter" idx="4"/>
          </p:nvPr>
        </p:nvSpPr>
        <p:spPr>
          <a:xfrm>
            <a:off x="0" y="9429307"/>
            <a:ext cx="2945862" cy="497333"/>
          </a:xfrm>
          <a:prstGeom prst="rect">
            <a:avLst/>
          </a:prstGeom>
        </p:spPr>
        <p:txBody>
          <a:bodyPr vert="horz" lIns="88212" tIns="44107" rIns="88212" bIns="44107"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3850295" y="9429307"/>
            <a:ext cx="2945862" cy="497333"/>
          </a:xfrm>
          <a:prstGeom prst="rect">
            <a:avLst/>
          </a:prstGeom>
        </p:spPr>
        <p:txBody>
          <a:bodyPr vert="horz" wrap="square" lIns="88212" tIns="44107" rIns="88212" bIns="44107" numCol="1" anchor="b" anchorCtr="0" compatLnSpc="1">
            <a:prstTxWarp prst="textNoShape">
              <a:avLst/>
            </a:prstTxWarp>
          </a:bodyPr>
          <a:lstStyle>
            <a:lvl1pPr algn="r" eaLnBrk="1" hangingPunct="1">
              <a:defRPr sz="1000"/>
            </a:lvl1pPr>
          </a:lstStyle>
          <a:p>
            <a:fld id="{26920C50-29F7-474C-BAE4-5B8F6564B22A}" type="slidenum">
              <a:rPr lang="de-DE" altLang="de-DE"/>
              <a:pPr/>
              <a:t>‹#›</a:t>
            </a:fld>
            <a:endParaRPr lang="de-DE" altLang="de-DE"/>
          </a:p>
        </p:txBody>
      </p:sp>
    </p:spTree>
    <p:extLst>
      <p:ext uri="{BB962C8B-B14F-4D97-AF65-F5344CB8AC3E}">
        <p14:creationId xmlns:p14="http://schemas.microsoft.com/office/powerpoint/2010/main" val="83903457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Arial" pitchFamily="34" charset="0"/>
        <a:ea typeface="ＭＳ Ｐゴシック" charset="0"/>
        <a:cs typeface="Arial" pitchFamily="34" charset="0"/>
      </a:defRPr>
    </a:lvl1pPr>
    <a:lvl2pPr marL="4572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2pPr>
    <a:lvl3pPr marL="9144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3pPr>
    <a:lvl4pPr marL="13716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4pPr>
    <a:lvl5pPr marL="18288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9689917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1/3 Farbe">
    <p:spTree>
      <p:nvGrpSpPr>
        <p:cNvPr id="1" name=""/>
        <p:cNvGrpSpPr/>
        <p:nvPr/>
      </p:nvGrpSpPr>
      <p:grpSpPr>
        <a:xfrm>
          <a:off x="0" y="0"/>
          <a:ext cx="0" cy="0"/>
          <a:chOff x="0" y="0"/>
          <a:chExt cx="0" cy="0"/>
        </a:xfrm>
      </p:grpSpPr>
      <p:sp>
        <p:nvSpPr>
          <p:cNvPr id="4" name="Rechteck 3"/>
          <p:cNvSpPr/>
          <p:nvPr/>
        </p:nvSpPr>
        <p:spPr>
          <a:xfrm>
            <a:off x="0" y="0"/>
            <a:ext cx="12192000" cy="23129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endParaRPr>
          </a:p>
        </p:txBody>
      </p:sp>
      <p:sp>
        <p:nvSpPr>
          <p:cNvPr id="7" name="Textfeld 6"/>
          <p:cNvSpPr txBox="1"/>
          <p:nvPr/>
        </p:nvSpPr>
        <p:spPr>
          <a:xfrm>
            <a:off x="-1776413" y="479425"/>
            <a:ext cx="1576388" cy="1323975"/>
          </a:xfrm>
          <a:prstGeom prst="rect">
            <a:avLst/>
          </a:prstGeom>
          <a:noFill/>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Institutslogo:</a:t>
            </a:r>
          </a:p>
          <a:p>
            <a:pPr eaLnBrk="1" hangingPunct="1">
              <a:buFontTx/>
              <a:buChar char="-"/>
              <a:defRPr/>
            </a:pPr>
            <a:r>
              <a:rPr lang="de-DE" altLang="de-DE" sz="1000"/>
              <a:t>Dateiformat: PNG in RGB</a:t>
            </a:r>
          </a:p>
          <a:p>
            <a:pPr eaLnBrk="1" hangingPunct="1">
              <a:buFontTx/>
              <a:buChar char="-"/>
              <a:defRPr/>
            </a:pPr>
            <a:r>
              <a:rPr lang="de-DE" altLang="de-DE" sz="1000"/>
              <a:t>Skalieren auf</a:t>
            </a:r>
          </a:p>
          <a:p>
            <a:pPr eaLnBrk="1" hangingPunct="1">
              <a:defRPr/>
            </a:pPr>
            <a:r>
              <a:rPr lang="de-DE" altLang="de-DE" sz="1000"/>
              <a:t>     Höhe: 2,26 cm</a:t>
            </a:r>
          </a:p>
          <a:p>
            <a:pPr eaLnBrk="1" hangingPunct="1">
              <a:defRPr/>
            </a:pPr>
            <a:r>
              <a:rPr lang="de-DE" altLang="de-DE" sz="1000"/>
              <a:t>     (Breite variiert je nach   </a:t>
            </a:r>
          </a:p>
          <a:p>
            <a:pPr eaLnBrk="1" hangingPunct="1">
              <a:defRPr/>
            </a:pPr>
            <a:r>
              <a:rPr lang="de-DE" altLang="de-DE" sz="1000"/>
              <a:t>     Schutzraum)</a:t>
            </a:r>
          </a:p>
        </p:txBody>
      </p:sp>
      <p:sp>
        <p:nvSpPr>
          <p:cNvPr id="5" name="Title 1"/>
          <p:cNvSpPr>
            <a:spLocks noGrp="1"/>
          </p:cNvSpPr>
          <p:nvPr>
            <p:ph type="ctrTitle"/>
          </p:nvPr>
        </p:nvSpPr>
        <p:spPr>
          <a:xfrm>
            <a:off x="3852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3324076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1/3 Foto">
    <p:spTree>
      <p:nvGrpSpPr>
        <p:cNvPr id="1" name=""/>
        <p:cNvGrpSpPr/>
        <p:nvPr/>
      </p:nvGrpSpPr>
      <p:grpSpPr>
        <a:xfrm>
          <a:off x="0" y="0"/>
          <a:ext cx="0" cy="0"/>
          <a:chOff x="0" y="0"/>
          <a:chExt cx="0" cy="0"/>
        </a:xfrm>
      </p:grpSpPr>
      <p:pic>
        <p:nvPicPr>
          <p:cNvPr id="4"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588"/>
            <a:ext cx="121920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feld 7"/>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sp>
        <p:nvSpPr>
          <p:cNvPr id="5"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228842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_2/3 Foto">
    <p:spTree>
      <p:nvGrpSpPr>
        <p:cNvPr id="1" name=""/>
        <p:cNvGrpSpPr/>
        <p:nvPr/>
      </p:nvGrpSpPr>
      <p:grpSpPr>
        <a:xfrm>
          <a:off x="0" y="0"/>
          <a:ext cx="0" cy="0"/>
          <a:chOff x="0" y="0"/>
          <a:chExt cx="0" cy="0"/>
        </a:xfrm>
      </p:grpSpPr>
      <p:sp>
        <p:nvSpPr>
          <p:cNvPr id="4" name="Textfeld 3"/>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pic>
        <p:nvPicPr>
          <p:cNvPr id="5" name="Grafik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1999" cy="453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ctrTitle"/>
          </p:nvPr>
        </p:nvSpPr>
        <p:spPr>
          <a:xfrm>
            <a:off x="384000" y="473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11" name="Subtitle 2"/>
          <p:cNvSpPr>
            <a:spLocks noGrp="1"/>
          </p:cNvSpPr>
          <p:nvPr>
            <p:ph type="subTitle" idx="1"/>
          </p:nvPr>
        </p:nvSpPr>
        <p:spPr>
          <a:xfrm>
            <a:off x="384000" y="5230801"/>
            <a:ext cx="11484000" cy="812813"/>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1582552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_Text">
    <p:spTree>
      <p:nvGrpSpPr>
        <p:cNvPr id="1" name=""/>
        <p:cNvGrpSpPr/>
        <p:nvPr/>
      </p:nvGrpSpPr>
      <p:grpSpPr>
        <a:xfrm>
          <a:off x="0" y="0"/>
          <a:ext cx="0" cy="0"/>
          <a:chOff x="0" y="0"/>
          <a:chExt cx="0" cy="0"/>
        </a:xfrm>
      </p:grpSpPr>
      <p:cxnSp>
        <p:nvCxnSpPr>
          <p:cNvPr id="4" name="Gerader Verbinder 3"/>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12"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3919627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_mittig, horizontale Linie">
    <p:spTree>
      <p:nvGrpSpPr>
        <p:cNvPr id="1" name=""/>
        <p:cNvGrpSpPr/>
        <p:nvPr/>
      </p:nvGrpSpPr>
      <p:grpSpPr>
        <a:xfrm>
          <a:off x="0" y="0"/>
          <a:ext cx="0" cy="0"/>
          <a:chOff x="0" y="0"/>
          <a:chExt cx="0" cy="0"/>
        </a:xfrm>
      </p:grpSpPr>
      <p:cxnSp>
        <p:nvCxnSpPr>
          <p:cNvPr id="5" name="Gerader Verbinder 7"/>
          <p:cNvCxnSpPr/>
          <p:nvPr/>
        </p:nvCxnSpPr>
        <p:spPr>
          <a:xfrm>
            <a:off x="392113" y="30368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9" name="Subtitle 2"/>
          <p:cNvSpPr>
            <a:spLocks noGrp="1"/>
          </p:cNvSpPr>
          <p:nvPr>
            <p:ph type="subTitle" idx="1"/>
          </p:nvPr>
        </p:nvSpPr>
        <p:spPr>
          <a:xfrm>
            <a:off x="384000" y="3196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3611841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_Aufzählung">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a:xfrm>
            <a:off x="373038" y="1684800"/>
            <a:ext cx="11484000" cy="3193200"/>
          </a:xfrm>
          <a:prstGeom prst="rect">
            <a:avLst/>
          </a:prstGeo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6"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297579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Text">
    <p:spTree>
      <p:nvGrpSpPr>
        <p:cNvPr id="1" name=""/>
        <p:cNvGrpSpPr/>
        <p:nvPr/>
      </p:nvGrpSpPr>
      <p:grpSpPr>
        <a:xfrm>
          <a:off x="0" y="0"/>
          <a:ext cx="0" cy="0"/>
          <a:chOff x="0" y="0"/>
          <a:chExt cx="0" cy="0"/>
        </a:xfrm>
      </p:grpSpPr>
      <p:sp>
        <p:nvSpPr>
          <p:cNvPr id="2"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3"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7" name="Textplatzhalter 6"/>
          <p:cNvSpPr>
            <a:spLocks noGrp="1"/>
          </p:cNvSpPr>
          <p:nvPr>
            <p:ph type="body" sz="quarter" idx="12"/>
          </p:nvPr>
        </p:nvSpPr>
        <p:spPr>
          <a:xfrm>
            <a:off x="383117" y="1684801"/>
            <a:ext cx="11484000" cy="3751263"/>
          </a:xfrm>
          <a:prstGeom prst="rect">
            <a:avLst/>
          </a:prstGeom>
        </p:spPr>
        <p:txBody>
          <a:bodyPr lIns="0" tIns="0" rIns="0" bIns="0"/>
          <a:lstStyle>
            <a:lvl1pPr marL="0" indent="0">
              <a:buFontTx/>
              <a:buNone/>
              <a:defRPr/>
            </a:lvl1pPr>
          </a:lstStyle>
          <a:p>
            <a:pPr lvl="0"/>
            <a:r>
              <a:rPr lang="de-DE"/>
              <a:t>Mastertextformat bearbeiten</a:t>
            </a:r>
          </a:p>
        </p:txBody>
      </p:sp>
    </p:spTree>
    <p:extLst>
      <p:ext uri="{BB962C8B-B14F-4D97-AF65-F5344CB8AC3E}">
        <p14:creationId xmlns:p14="http://schemas.microsoft.com/office/powerpoint/2010/main" val="3767593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_2/3_1/3">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00" y="1152000"/>
            <a:ext cx="74412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8" name="Inhaltsplatzhalter 7"/>
          <p:cNvSpPr>
            <a:spLocks noGrp="1"/>
          </p:cNvSpPr>
          <p:nvPr>
            <p:ph sz="quarter" idx="14"/>
          </p:nvPr>
        </p:nvSpPr>
        <p:spPr>
          <a:xfrm>
            <a:off x="384000" y="1684801"/>
            <a:ext cx="74412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Inhaltsplatzhalter 7"/>
          <p:cNvSpPr>
            <a:spLocks noGrp="1"/>
          </p:cNvSpPr>
          <p:nvPr>
            <p:ph sz="quarter" idx="15"/>
          </p:nvPr>
        </p:nvSpPr>
        <p:spPr>
          <a:xfrm>
            <a:off x="8149199" y="1684801"/>
            <a:ext cx="37188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0"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11" name="Content Placeholder 2"/>
          <p:cNvSpPr>
            <a:spLocks noGrp="1"/>
          </p:cNvSpPr>
          <p:nvPr>
            <p:ph idx="16"/>
          </p:nvPr>
        </p:nvSpPr>
        <p:spPr>
          <a:xfrm>
            <a:off x="8149199" y="1152000"/>
            <a:ext cx="37188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2813598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nhalt_1/3_2/3">
    <p:spTree>
      <p:nvGrpSpPr>
        <p:cNvPr id="1" name=""/>
        <p:cNvGrpSpPr/>
        <p:nvPr/>
      </p:nvGrpSpPr>
      <p:grpSpPr>
        <a:xfrm>
          <a:off x="0" y="0"/>
          <a:ext cx="0" cy="0"/>
          <a:chOff x="0" y="0"/>
          <a:chExt cx="0" cy="0"/>
        </a:xfrm>
      </p:grpSpPr>
      <p:sp>
        <p:nvSpPr>
          <p:cNvPr id="8" name="Inhaltsplatzhalter 7"/>
          <p:cNvSpPr>
            <a:spLocks noGrp="1"/>
          </p:cNvSpPr>
          <p:nvPr>
            <p:ph sz="quarter" idx="14"/>
          </p:nvPr>
        </p:nvSpPr>
        <p:spPr>
          <a:xfrm>
            <a:off x="4426800" y="1684801"/>
            <a:ext cx="74412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Inhaltsplatzhalter 7"/>
          <p:cNvSpPr>
            <a:spLocks noGrp="1"/>
          </p:cNvSpPr>
          <p:nvPr>
            <p:ph sz="quarter" idx="15"/>
          </p:nvPr>
        </p:nvSpPr>
        <p:spPr>
          <a:xfrm>
            <a:off x="384000" y="1684801"/>
            <a:ext cx="37188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7" name="Content Placeholder 2"/>
          <p:cNvSpPr>
            <a:spLocks noGrp="1"/>
          </p:cNvSpPr>
          <p:nvPr>
            <p:ph idx="1"/>
          </p:nvPr>
        </p:nvSpPr>
        <p:spPr>
          <a:xfrm>
            <a:off x="4426800" y="1152000"/>
            <a:ext cx="74412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10" name="Content Placeholder 2"/>
          <p:cNvSpPr>
            <a:spLocks noGrp="1"/>
          </p:cNvSpPr>
          <p:nvPr>
            <p:ph idx="16"/>
          </p:nvPr>
        </p:nvSpPr>
        <p:spPr>
          <a:xfrm>
            <a:off x="384000" y="1152000"/>
            <a:ext cx="37188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4043270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_Text_Bild">
    <p:spTree>
      <p:nvGrpSpPr>
        <p:cNvPr id="1" name=""/>
        <p:cNvGrpSpPr/>
        <p:nvPr/>
      </p:nvGrpSpPr>
      <p:grpSpPr>
        <a:xfrm>
          <a:off x="0" y="0"/>
          <a:ext cx="0" cy="0"/>
          <a:chOff x="0" y="0"/>
          <a:chExt cx="0" cy="0"/>
        </a:xfrm>
      </p:grpSpPr>
      <p:pic>
        <p:nvPicPr>
          <p:cNvPr id="5"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07375" y="1684338"/>
            <a:ext cx="3635375" cy="39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platzhalter 11"/>
          <p:cNvSpPr>
            <a:spLocks noGrp="1"/>
          </p:cNvSpPr>
          <p:nvPr>
            <p:ph type="body" sz="quarter" idx="14"/>
          </p:nvPr>
        </p:nvSpPr>
        <p:spPr>
          <a:xfrm>
            <a:off x="383117" y="1684800"/>
            <a:ext cx="7560000" cy="3985955"/>
          </a:xfrm>
          <a:prstGeom prst="rect">
            <a:avLst/>
          </a:prstGeo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p:txBody>
      </p:sp>
      <p:sp>
        <p:nvSpPr>
          <p:cNvPr id="6"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7"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382045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_Bild">
    <p:spTree>
      <p:nvGrpSpPr>
        <p:cNvPr id="1" name=""/>
        <p:cNvGrpSpPr/>
        <p:nvPr/>
      </p:nvGrpSpPr>
      <p:grpSpPr>
        <a:xfrm>
          <a:off x="0" y="0"/>
          <a:ext cx="0" cy="0"/>
          <a:chOff x="0" y="0"/>
          <a:chExt cx="0" cy="0"/>
        </a:xfrm>
      </p:grpSpPr>
      <p:pic>
        <p:nvPicPr>
          <p:cNvPr id="4"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763" y="1152525"/>
            <a:ext cx="11480800"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platzhalter 9"/>
          <p:cNvSpPr>
            <a:spLocks noGrp="1"/>
          </p:cNvSpPr>
          <p:nvPr>
            <p:ph type="body" sz="quarter" idx="13"/>
          </p:nvPr>
        </p:nvSpPr>
        <p:spPr>
          <a:xfrm>
            <a:off x="383117" y="5359401"/>
            <a:ext cx="11484000" cy="499533"/>
          </a:xfrm>
          <a:prstGeom prst="rect">
            <a:avLst/>
          </a:prstGeom>
        </p:spPr>
        <p:txBody>
          <a:bodyPr>
            <a:normAutofit/>
          </a:bodyPr>
          <a:lstStyle>
            <a:lvl1pPr marL="0" indent="0" algn="r">
              <a:buNone/>
              <a:defRPr sz="900" baseline="0"/>
            </a:lvl1pPr>
          </a:lstStyle>
          <a:p>
            <a:pPr lvl="0"/>
            <a:r>
              <a:rPr lang="de-DE"/>
              <a:t>Mastertextformat bearbeiten</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Tree>
    <p:extLst>
      <p:ext uri="{BB962C8B-B14F-4D97-AF65-F5344CB8AC3E}">
        <p14:creationId xmlns:p14="http://schemas.microsoft.com/office/powerpoint/2010/main" val="592596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_Diagramm">
    <p:spTree>
      <p:nvGrpSpPr>
        <p:cNvPr id="1" name=""/>
        <p:cNvGrpSpPr/>
        <p:nvPr/>
      </p:nvGrpSpPr>
      <p:grpSpPr>
        <a:xfrm>
          <a:off x="0" y="0"/>
          <a:ext cx="0" cy="0"/>
          <a:chOff x="0" y="0"/>
          <a:chExt cx="0" cy="0"/>
        </a:xfrm>
      </p:grpSpPr>
      <p:sp>
        <p:nvSpPr>
          <p:cNvPr id="12" name="Textplatzhalter 24"/>
          <p:cNvSpPr>
            <a:spLocks noGrp="1"/>
          </p:cNvSpPr>
          <p:nvPr>
            <p:ph type="body" sz="quarter" idx="11"/>
          </p:nvPr>
        </p:nvSpPr>
        <p:spPr>
          <a:xfrm>
            <a:off x="384000" y="1152000"/>
            <a:ext cx="11484000" cy="252000"/>
          </a:xfrm>
          <a:prstGeom prst="rect">
            <a:avLst/>
          </a:prstGeom>
        </p:spPr>
        <p:txBody>
          <a:bodyPr lIns="0" tIns="0" rIns="0" bIns="0"/>
          <a:lstStyle>
            <a:lvl1pPr marL="0" indent="0">
              <a:lnSpc>
                <a:spcPct val="100000"/>
              </a:lnSpc>
              <a:buFontTx/>
              <a:buNone/>
              <a:defRPr sz="2000" b="1"/>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sp>
        <p:nvSpPr>
          <p:cNvPr id="9" name="Diagrammplatzhalter 8"/>
          <p:cNvSpPr>
            <a:spLocks noGrp="1"/>
          </p:cNvSpPr>
          <p:nvPr>
            <p:ph type="chart" sz="quarter" idx="13"/>
          </p:nvPr>
        </p:nvSpPr>
        <p:spPr>
          <a:xfrm>
            <a:off x="383117" y="1684800"/>
            <a:ext cx="11484000" cy="3632200"/>
          </a:xfrm>
          <a:prstGeom prst="rect">
            <a:avLst/>
          </a:prstGeom>
        </p:spPr>
        <p:txBody>
          <a:bodyPr lIns="0" tIns="0" rIns="0" bIns="0"/>
          <a:lstStyle/>
          <a:p>
            <a:pPr lvl="0"/>
            <a:r>
              <a:rPr lang="de-DE" noProof="0"/>
              <a:t>Diagramm durch Klicken auf Symbol hinzufügen</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Tree>
    <p:extLst>
      <p:ext uri="{BB962C8B-B14F-4D97-AF65-F5344CB8AC3E}">
        <p14:creationId xmlns:p14="http://schemas.microsoft.com/office/powerpoint/2010/main" val="113879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bschlussfolie">
    <p:spTree>
      <p:nvGrpSpPr>
        <p:cNvPr id="1" name=""/>
        <p:cNvGrpSpPr/>
        <p:nvPr/>
      </p:nvGrpSpPr>
      <p:grpSpPr>
        <a:xfrm>
          <a:off x="0" y="0"/>
          <a:ext cx="0" cy="0"/>
          <a:chOff x="0" y="0"/>
          <a:chExt cx="0" cy="0"/>
        </a:xfrm>
      </p:grpSpPr>
      <p:sp>
        <p:nvSpPr>
          <p:cNvPr id="3" name="Title 1"/>
          <p:cNvSpPr txBox="1">
            <a:spLocks/>
          </p:cNvSpPr>
          <p:nvPr/>
        </p:nvSpPr>
        <p:spPr>
          <a:xfrm>
            <a:off x="382588" y="2487613"/>
            <a:ext cx="11483975" cy="1079500"/>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90000"/>
              </a:lnSpc>
              <a:defRPr/>
            </a:pPr>
            <a:r>
              <a:rPr lang="de-DE" altLang="de-DE" sz="3200" b="1">
                <a:solidFill>
                  <a:schemeClr val="tx2"/>
                </a:solidFill>
              </a:rPr>
              <a:t>Vielen Dank</a:t>
            </a:r>
            <a:br>
              <a:rPr lang="de-DE" altLang="de-DE" sz="3200" b="1">
                <a:solidFill>
                  <a:schemeClr val="tx2"/>
                </a:solidFill>
              </a:rPr>
            </a:br>
            <a:r>
              <a:rPr lang="de-DE" altLang="de-DE" sz="3200" b="1">
                <a:solidFill>
                  <a:schemeClr val="tx2"/>
                </a:solidFill>
              </a:rPr>
              <a:t>für Ihre Aufmerksamkeit</a:t>
            </a:r>
            <a:endParaRPr lang="en-US" altLang="de-DE" sz="3200" b="1">
              <a:solidFill>
                <a:schemeClr val="tx2"/>
              </a:solidFill>
            </a:endParaRPr>
          </a:p>
        </p:txBody>
      </p:sp>
      <p:cxnSp>
        <p:nvCxnSpPr>
          <p:cNvPr id="5" name="Gerader Verbinder 11"/>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platzhalter 24"/>
          <p:cNvSpPr>
            <a:spLocks noGrp="1"/>
          </p:cNvSpPr>
          <p:nvPr>
            <p:ph type="body" sz="quarter" idx="11"/>
          </p:nvPr>
        </p:nvSpPr>
        <p:spPr>
          <a:xfrm>
            <a:off x="384000" y="3988800"/>
            <a:ext cx="11484000" cy="1656000"/>
          </a:xfrm>
          <a:prstGeom prst="rect">
            <a:avLst/>
          </a:prstGeom>
        </p:spPr>
        <p:txBody>
          <a:bodyPr lIns="0" tIns="0" rIns="0" bIns="0"/>
          <a:lstStyle>
            <a:lvl1pPr marL="0" indent="0">
              <a:lnSpc>
                <a:spcPct val="100000"/>
              </a:lnSpc>
              <a:spcBef>
                <a:spcPts val="0"/>
              </a:spcBef>
              <a:buFontTx/>
              <a:buNone/>
              <a:defRPr sz="1600" b="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2297876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Slide Number Placeholder 5"/>
          <p:cNvSpPr txBox="1">
            <a:spLocks/>
          </p:cNvSpPr>
          <p:nvPr/>
        </p:nvSpPr>
        <p:spPr>
          <a:xfrm>
            <a:off x="1195388" y="6227764"/>
            <a:ext cx="7002462" cy="395286"/>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sz="1050" kern="1200" baseline="0" dirty="0">
                <a:solidFill>
                  <a:schemeClr val="tx2"/>
                </a:solidFill>
                <a:latin typeface="Arial" pitchFamily="34" charset="0"/>
                <a:ea typeface="ＭＳ Ｐゴシック" pitchFamily="34" charset="-128"/>
                <a:cs typeface="+mn-cs"/>
              </a:rPr>
              <a:t>Teaser-Folie I Projekt/Bachelor/Masterarbeit von Vorname Name</a:t>
            </a:r>
          </a:p>
          <a:p>
            <a:pPr marL="0" marR="0" lvl="0" indent="0" algn="l" defTabSz="914400" rtl="0" eaLnBrk="1" fontAlgn="base" latinLnBrk="0" hangingPunct="1">
              <a:lnSpc>
                <a:spcPct val="100000"/>
              </a:lnSpc>
              <a:spcBef>
                <a:spcPct val="0"/>
              </a:spcBef>
              <a:spcAft>
                <a:spcPct val="0"/>
              </a:spcAft>
              <a:buClrTx/>
              <a:buSzTx/>
              <a:buFontTx/>
              <a:buNone/>
              <a:tabLst/>
              <a:defRPr/>
            </a:pPr>
            <a:r>
              <a:rPr lang="de-DE" sz="1050" kern="1200" baseline="0" dirty="0">
                <a:solidFill>
                  <a:schemeClr val="tx2"/>
                </a:solidFill>
                <a:latin typeface="Arial" pitchFamily="34" charset="0"/>
                <a:ea typeface="ＭＳ Ｐゴシック" pitchFamily="34" charset="-128"/>
                <a:cs typeface="+mn-cs"/>
              </a:rPr>
              <a:t> Titel der Arbeit I Datum</a:t>
            </a:r>
            <a:endParaRPr lang="de-DE" altLang="de-DE" sz="1050" kern="1200" baseline="0" dirty="0">
              <a:solidFill>
                <a:schemeClr val="tx2"/>
              </a:solidFill>
              <a:latin typeface="Arial" pitchFamily="34" charset="0"/>
              <a:ea typeface="ＭＳ Ｐゴシック" pitchFamily="34" charset="-128"/>
              <a:cs typeface="+mn-cs"/>
            </a:endParaRPr>
          </a:p>
        </p:txBody>
      </p:sp>
      <p:cxnSp>
        <p:nvCxnSpPr>
          <p:cNvPr id="11" name="Gerader Verbinder 10"/>
          <p:cNvCxnSpPr/>
          <p:nvPr/>
        </p:nvCxnSpPr>
        <p:spPr>
          <a:xfrm>
            <a:off x="360363" y="8143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0" name="Textfeld 6"/>
          <p:cNvSpPr txBox="1">
            <a:spLocks noChangeArrowheads="1"/>
          </p:cNvSpPr>
          <p:nvPr/>
        </p:nvSpPr>
        <p:spPr bwMode="auto">
          <a:xfrm>
            <a:off x="-1784350" y="5073650"/>
            <a:ext cx="1668462"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Fußzeile anpassen:</a:t>
            </a:r>
            <a:endParaRPr lang="de-DE" altLang="de-DE" sz="1000"/>
          </a:p>
          <a:p>
            <a:pPr eaLnBrk="1" hangingPunct="1">
              <a:defRPr/>
            </a:pPr>
            <a:r>
              <a:rPr lang="de-DE" altLang="de-DE" sz="1000"/>
              <a:t>Zum Anpassen der Fußzeile unter Karteireiter Ansicht &gt; auf Folienmaster klicken. Links in der Übersicht auf die oberste Folie scrollen und dort in die Fußzeile klicken. So wird der Text automatisch auf allen Seiten angepasst.</a:t>
            </a:r>
            <a:endParaRPr lang="de-DE" altLang="de-DE" sz="1000" b="1"/>
          </a:p>
        </p:txBody>
      </p:sp>
      <p:sp>
        <p:nvSpPr>
          <p:cNvPr id="1031" name="Textfeld 13"/>
          <p:cNvSpPr txBox="1">
            <a:spLocks noChangeArrowheads="1"/>
          </p:cNvSpPr>
          <p:nvPr/>
        </p:nvSpPr>
        <p:spPr bwMode="auto">
          <a:xfrm>
            <a:off x="360363" y="6227763"/>
            <a:ext cx="7302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2220154-828B-4C84-BC39-BAE48C2A1705}" type="slidenum">
              <a:rPr lang="de-DE" altLang="de-DE" sz="1050">
                <a:solidFill>
                  <a:schemeClr val="tx2"/>
                </a:solidFill>
              </a:rPr>
              <a:pPr eaLnBrk="1" hangingPunct="1"/>
              <a:t>‹#›</a:t>
            </a:fld>
            <a:endParaRPr lang="de-DE" altLang="de-DE" sz="1050" dirty="0">
              <a:solidFill>
                <a:schemeClr val="tx2"/>
              </a:solidFill>
            </a:endParaRPr>
          </a:p>
        </p:txBody>
      </p:sp>
      <p:pic>
        <p:nvPicPr>
          <p:cNvPr id="10" name="Grafik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57" r:id="rId6"/>
    <p:sldLayoutId id="2147483858" r:id="rId7"/>
    <p:sldLayoutId id="2147483868" r:id="rId8"/>
    <p:sldLayoutId id="2147483869" r:id="rId9"/>
    <p:sldLayoutId id="2147483865" r:id="rId10"/>
    <p:sldLayoutId id="2147483866" r:id="rId11"/>
    <p:sldLayoutId id="2147483859" r:id="rId12"/>
    <p:sldLayoutId id="2147483867" r:id="rId13"/>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eaLnBrk="1" fontAlgn="base" hangingPunct="1">
        <a:spcBef>
          <a:spcPct val="0"/>
        </a:spcBef>
        <a:spcAft>
          <a:spcPct val="0"/>
        </a:spcAft>
        <a:buClr>
          <a:schemeClr val="tx2"/>
        </a:buClr>
        <a:buFont typeface="Arial" panose="020B0604020202020204" pitchFamily="34"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anose="05050102010706020507"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anose="05000000000000000000"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panose="020B0604020202020204" pitchFamily="34"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microsoft.com/office/2018/10/relationships/comments" Target="../comments/modernComment_5D3_9A3E1C86.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0.png"/><Relationship Id="rId2" Type="http://schemas.microsoft.com/office/2018/10/relationships/comments" Target="../comments/modernComment_5D8_8FCF629D.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customXml" Target="../ink/ink1.xml"/><Relationship Id="rId5" Type="http://schemas.openxmlformats.org/officeDocument/2006/relationships/diagramQuickStyle" Target="../diagrams/quickStyle1.xml"/><Relationship Id="rId10" Type="http://schemas.openxmlformats.org/officeDocument/2006/relationships/image" Target="../media/image9.png"/><Relationship Id="rId4" Type="http://schemas.openxmlformats.org/officeDocument/2006/relationships/diagramLayout" Target="../diagrams/layout1.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2.xml"/><Relationship Id="rId7" Type="http://schemas.microsoft.com/office/2007/relationships/diagramDrawing" Target="../diagrams/drawing2.xml"/><Relationship Id="rId2" Type="http://schemas.microsoft.com/office/2018/10/relationships/comments" Target="../comments/modernComment_5D9_44E5CC2C.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13.png"/><Relationship Id="rId4" Type="http://schemas.openxmlformats.org/officeDocument/2006/relationships/diagramLayout" Target="../diagrams/layout2.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microsoft.com/office/2018/10/relationships/comments" Target="../comments/modernComment_5D4_69A6FFE9.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microsoft.com/office/2018/10/relationships/comments" Target="../comments/modernComment_5D5_2D29FAA8.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microsoft.com/office/2018/10/relationships/comments" Target="../comments/modernComment_5D6_800809FF.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Vorname Name, Betreut durch: Vorname Name des/r Betreuers/in, Datum </a:t>
            </a:r>
          </a:p>
        </p:txBody>
      </p:sp>
      <p:sp>
        <p:nvSpPr>
          <p:cNvPr id="4" name="Inhaltsplatzhalter 3"/>
          <p:cNvSpPr>
            <a:spLocks noGrp="1"/>
          </p:cNvSpPr>
          <p:nvPr>
            <p:ph idx="1"/>
          </p:nvPr>
        </p:nvSpPr>
        <p:spPr>
          <a:xfrm>
            <a:off x="384000" y="1158150"/>
            <a:ext cx="11484000" cy="252000"/>
          </a:xfrm>
        </p:spPr>
        <p:txBody>
          <a:bodyPr/>
          <a:lstStyle/>
          <a:p>
            <a:r>
              <a:rPr lang="de-DE" dirty="0"/>
              <a:t>Projekt/Bachelor/Masterarbeitsvortrag: Titel der Arbeit</a:t>
            </a:r>
          </a:p>
        </p:txBody>
      </p:sp>
      <p:sp>
        <p:nvSpPr>
          <p:cNvPr id="5" name="CustomShape 2"/>
          <p:cNvSpPr/>
          <p:nvPr/>
        </p:nvSpPr>
        <p:spPr>
          <a:xfrm>
            <a:off x="693043" y="1924977"/>
            <a:ext cx="4859337" cy="3525516"/>
          </a:xfrm>
          <a:prstGeom prst="rect">
            <a:avLst/>
          </a:prstGeom>
          <a:noFill/>
          <a:ln w="9360">
            <a:noFill/>
          </a:ln>
        </p:spPr>
        <p:style>
          <a:lnRef idx="0">
            <a:scrgbClr r="0" g="0" b="0"/>
          </a:lnRef>
          <a:fillRef idx="0">
            <a:scrgbClr r="0" g="0" b="0"/>
          </a:fillRef>
          <a:effectRef idx="0">
            <a:scrgbClr r="0" g="0" b="0"/>
          </a:effectRef>
          <a:fontRef idx="minor"/>
        </p:style>
        <p:txBody>
          <a:bodyPr lIns="67500" tIns="33750" rIns="67500" bIns="33750">
            <a:spAutoFit/>
          </a:bodyPr>
          <a:lstStyle/>
          <a:p>
            <a:pPr marL="286020" indent="-285750" eaLnBrk="1" fontAlgn="auto" hangingPunct="1">
              <a:spcBef>
                <a:spcPts val="451"/>
              </a:spcBef>
              <a:spcAft>
                <a:spcPts val="0"/>
              </a:spcAft>
              <a:buClr>
                <a:srgbClr val="00549F"/>
              </a:buClr>
              <a:buFont typeface="Arial" panose="020B0604020202020204" pitchFamily="34" charset="0"/>
              <a:buChar char="•"/>
              <a:defRPr/>
            </a:pPr>
            <a:r>
              <a:rPr lang="de-DE" sz="1600" b="1" spc="-1" dirty="0">
                <a:solidFill>
                  <a:srgbClr val="000000"/>
                </a:solidFill>
                <a:ea typeface="PMingLiU"/>
              </a:rPr>
              <a:t>3 oder 4 Stickpunkte </a:t>
            </a:r>
            <a:r>
              <a:rPr lang="de-DE" sz="1600" spc="-1" dirty="0">
                <a:solidFill>
                  <a:srgbClr val="000000"/>
                </a:solidFill>
                <a:ea typeface="PMingLiU"/>
              </a:rPr>
              <a:t>für Hauptergebnisse und</a:t>
            </a:r>
            <a:r>
              <a:rPr lang="de-DE" sz="1600" b="1" spc="-1" dirty="0">
                <a:solidFill>
                  <a:srgbClr val="000000"/>
                </a:solidFill>
                <a:ea typeface="PMingLiU"/>
              </a:rPr>
              <a:t> Weniger als 15 Wörter</a:t>
            </a:r>
            <a:r>
              <a:rPr lang="de-DE" sz="1600" spc="-1" dirty="0">
                <a:solidFill>
                  <a:srgbClr val="000000"/>
                </a:solidFill>
                <a:ea typeface="PMingLiU"/>
              </a:rPr>
              <a:t> pro Stichpunkt</a:t>
            </a:r>
          </a:p>
          <a:p>
            <a:pPr marL="286020" indent="-285750" eaLnBrk="1" fontAlgn="auto" hangingPunct="1">
              <a:spcBef>
                <a:spcPts val="451"/>
              </a:spcBef>
              <a:spcAft>
                <a:spcPts val="0"/>
              </a:spcAft>
              <a:buClr>
                <a:srgbClr val="00549F"/>
              </a:buClr>
              <a:buFont typeface="Arial" panose="020B0604020202020204" pitchFamily="34" charset="0"/>
              <a:buChar char="•"/>
              <a:defRPr/>
            </a:pPr>
            <a:endParaRPr lang="de-DE" sz="1600" spc="-1" dirty="0">
              <a:solidFill>
                <a:srgbClr val="000000"/>
              </a:solidFill>
              <a:ea typeface="PMingLiU"/>
            </a:endParaRPr>
          </a:p>
          <a:p>
            <a:pPr marL="286020" indent="-285750" eaLnBrk="1" fontAlgn="auto" hangingPunct="1">
              <a:spcBef>
                <a:spcPts val="451"/>
              </a:spcBef>
              <a:spcAft>
                <a:spcPts val="0"/>
              </a:spcAft>
              <a:buClr>
                <a:srgbClr val="00549F"/>
              </a:buClr>
              <a:buFont typeface="Arial" panose="020B0604020202020204" pitchFamily="34" charset="0"/>
              <a:buChar char="•"/>
              <a:defRPr/>
            </a:pPr>
            <a:r>
              <a:rPr lang="de-DE" sz="1600" b="1" spc="-1" dirty="0">
                <a:solidFill>
                  <a:srgbClr val="000000"/>
                </a:solidFill>
                <a:ea typeface="PMingLiU"/>
              </a:rPr>
              <a:t>Nur</a:t>
            </a:r>
            <a:r>
              <a:rPr lang="de-DE" sz="1600" b="1" i="1" spc="-1" dirty="0">
                <a:solidFill>
                  <a:srgbClr val="000000"/>
                </a:solidFill>
                <a:ea typeface="PMingLiU"/>
              </a:rPr>
              <a:t> </a:t>
            </a:r>
            <a:r>
              <a:rPr lang="de-DE" sz="1600" b="1" spc="-1" dirty="0">
                <a:solidFill>
                  <a:srgbClr val="000000"/>
                </a:solidFill>
                <a:ea typeface="PMingLiU"/>
              </a:rPr>
              <a:t>1 Bild </a:t>
            </a:r>
            <a:r>
              <a:rPr lang="de-DE" sz="1600" spc="-1" dirty="0">
                <a:solidFill>
                  <a:srgbClr val="000000"/>
                </a:solidFill>
                <a:ea typeface="PMingLiU"/>
              </a:rPr>
              <a:t>(dafür das Bild zur Rechten durch eigenes Bild ersetzen)</a:t>
            </a:r>
            <a:endParaRPr lang="de-DE" sz="1600" spc="-1" dirty="0"/>
          </a:p>
          <a:p>
            <a:pPr marL="286020" indent="-285750" eaLnBrk="1" fontAlgn="auto" hangingPunct="1">
              <a:spcBef>
                <a:spcPts val="451"/>
              </a:spcBef>
              <a:spcAft>
                <a:spcPts val="0"/>
              </a:spcAft>
              <a:buClr>
                <a:srgbClr val="00549F"/>
              </a:buClr>
              <a:buFont typeface="Arial" panose="020B0604020202020204" pitchFamily="34" charset="0"/>
              <a:buChar char="•"/>
              <a:defRPr/>
            </a:pPr>
            <a:r>
              <a:rPr lang="de-DE" sz="1600" spc="-1" dirty="0">
                <a:solidFill>
                  <a:srgbClr val="000000"/>
                </a:solidFill>
                <a:ea typeface="PMingLiU"/>
              </a:rPr>
              <a:t>Die Teaser-Folie </a:t>
            </a:r>
            <a:r>
              <a:rPr lang="de-DE" sz="1600" spc="-1">
                <a:solidFill>
                  <a:srgbClr val="000000"/>
                </a:solidFill>
                <a:ea typeface="PMingLiU"/>
              </a:rPr>
              <a:t>sollte als </a:t>
            </a:r>
            <a:r>
              <a:rPr lang="de-DE" sz="1600" b="1" spc="-1" dirty="0" err="1">
                <a:solidFill>
                  <a:srgbClr val="000000"/>
                </a:solidFill>
                <a:ea typeface="PMingLiU"/>
              </a:rPr>
              <a:t>pdf</a:t>
            </a:r>
            <a:r>
              <a:rPr lang="de-DE" sz="1600" spc="-1" dirty="0">
                <a:solidFill>
                  <a:srgbClr val="000000"/>
                </a:solidFill>
                <a:ea typeface="PMingLiU"/>
              </a:rPr>
              <a:t> </a:t>
            </a:r>
            <a:r>
              <a:rPr lang="de-DE" sz="1600" b="1" spc="-1" dirty="0">
                <a:solidFill>
                  <a:srgbClr val="000000"/>
                </a:solidFill>
                <a:ea typeface="PMingLiU"/>
              </a:rPr>
              <a:t>1 Woche </a:t>
            </a:r>
            <a:r>
              <a:rPr lang="de-DE" sz="1600" spc="-1" dirty="0">
                <a:solidFill>
                  <a:srgbClr val="000000"/>
                </a:solidFill>
                <a:ea typeface="PMingLiU"/>
              </a:rPr>
              <a:t>vor dem Vortrag im </a:t>
            </a:r>
            <a:r>
              <a:rPr lang="de-DE" sz="1600" spc="-1" dirty="0" err="1">
                <a:solidFill>
                  <a:srgbClr val="000000"/>
                </a:solidFill>
                <a:ea typeface="PMingLiU"/>
              </a:rPr>
              <a:t>wiki</a:t>
            </a:r>
            <a:r>
              <a:rPr lang="de-DE" sz="1600" spc="-1" dirty="0">
                <a:solidFill>
                  <a:srgbClr val="000000"/>
                </a:solidFill>
                <a:ea typeface="PMingLiU"/>
              </a:rPr>
              <a:t> hochgeladen und verlinkt werden (max. 2MB)</a:t>
            </a:r>
          </a:p>
          <a:p>
            <a:pPr marL="286020" indent="-285750" eaLnBrk="1" fontAlgn="auto" hangingPunct="1">
              <a:spcBef>
                <a:spcPts val="451"/>
              </a:spcBef>
              <a:spcAft>
                <a:spcPts val="0"/>
              </a:spcAft>
              <a:buClr>
                <a:srgbClr val="00549F"/>
              </a:buClr>
              <a:buFont typeface="Arial" panose="020B0604020202020204" pitchFamily="34" charset="0"/>
              <a:buChar char="•"/>
              <a:defRPr/>
            </a:pPr>
            <a:r>
              <a:rPr lang="de-DE" sz="1600" spc="-1" dirty="0">
                <a:solidFill>
                  <a:srgbClr val="000000"/>
                </a:solidFill>
                <a:ea typeface="PMingLiU"/>
              </a:rPr>
              <a:t>Formatierung beibehalten: 16:9 – Format, IRT – Master, </a:t>
            </a:r>
            <a:r>
              <a:rPr lang="de-DE" sz="1600" b="1" spc="-1" dirty="0">
                <a:solidFill>
                  <a:srgbClr val="000000"/>
                </a:solidFill>
                <a:ea typeface="PMingLiU"/>
              </a:rPr>
              <a:t>Arial 20pt </a:t>
            </a:r>
            <a:r>
              <a:rPr lang="de-DE" sz="1600" spc="-1" dirty="0">
                <a:solidFill>
                  <a:srgbClr val="000000"/>
                </a:solidFill>
                <a:ea typeface="PMingLiU"/>
              </a:rPr>
              <a:t>Schriftart in Fett für den Titel,   </a:t>
            </a:r>
            <a:r>
              <a:rPr lang="de-DE" sz="1600" b="1" spc="-1" dirty="0">
                <a:solidFill>
                  <a:srgbClr val="000000"/>
                </a:solidFill>
                <a:ea typeface="PMingLiU"/>
              </a:rPr>
              <a:t>Arial 16pt </a:t>
            </a:r>
            <a:r>
              <a:rPr lang="de-DE" sz="1600" spc="-1" dirty="0">
                <a:solidFill>
                  <a:srgbClr val="000000"/>
                </a:solidFill>
                <a:ea typeface="PMingLiU"/>
              </a:rPr>
              <a:t>Schriftart für </a:t>
            </a:r>
            <a:r>
              <a:rPr lang="de-DE" sz="1600" b="1" spc="-1" dirty="0">
                <a:solidFill>
                  <a:srgbClr val="000000"/>
                </a:solidFill>
                <a:ea typeface="PMingLiU"/>
              </a:rPr>
              <a:t>kurze</a:t>
            </a:r>
            <a:r>
              <a:rPr lang="de-DE" sz="1600" spc="-1" dirty="0">
                <a:solidFill>
                  <a:srgbClr val="000000"/>
                </a:solidFill>
                <a:ea typeface="PMingLiU"/>
              </a:rPr>
              <a:t> Ausführung der Hauptergebnisse der Arbeit </a:t>
            </a:r>
          </a:p>
          <a:p>
            <a:pPr marL="285750" indent="-285750">
              <a:buClr>
                <a:srgbClr val="00549F"/>
              </a:buClr>
              <a:buFont typeface="Arial" panose="020B0604020202020204" pitchFamily="34" charset="0"/>
              <a:buChar char="•"/>
              <a:defRPr/>
            </a:pPr>
            <a:endParaRPr lang="de-DE" sz="1600" spc="-1" dirty="0">
              <a:solidFill>
                <a:srgbClr val="000000"/>
              </a:solidFill>
              <a:ea typeface="PMingLiU"/>
            </a:endParaRPr>
          </a:p>
        </p:txBody>
      </p:sp>
      <p:sp>
        <p:nvSpPr>
          <p:cNvPr id="7" name="CustomShape 4"/>
          <p:cNvSpPr/>
          <p:nvPr/>
        </p:nvSpPr>
        <p:spPr>
          <a:xfrm>
            <a:off x="7971502" y="4977582"/>
            <a:ext cx="3292631" cy="283603"/>
          </a:xfrm>
          <a:prstGeom prst="rect">
            <a:avLst/>
          </a:prstGeom>
          <a:noFill/>
          <a:ln w="9360">
            <a:noFill/>
          </a:ln>
        </p:spPr>
        <p:style>
          <a:lnRef idx="0">
            <a:scrgbClr r="0" g="0" b="0"/>
          </a:lnRef>
          <a:fillRef idx="0">
            <a:scrgbClr r="0" g="0" b="0"/>
          </a:fillRef>
          <a:effectRef idx="0">
            <a:scrgbClr r="0" g="0" b="0"/>
          </a:effectRef>
          <a:fontRef idx="minor"/>
        </p:style>
        <p:txBody>
          <a:bodyPr wrap="square" lIns="67500" tIns="33750" rIns="67500" bIns="33750">
            <a:spAutoFit/>
          </a:bodyPr>
          <a:lstStyle/>
          <a:p>
            <a:pPr algn="ctr" eaLnBrk="1" fontAlgn="auto" hangingPunct="1">
              <a:spcBef>
                <a:spcPts val="0"/>
              </a:spcBef>
              <a:spcAft>
                <a:spcPts val="0"/>
              </a:spcAft>
              <a:defRPr/>
            </a:pPr>
            <a:r>
              <a:rPr lang="en-US" sz="1400" spc="-1" dirty="0" err="1">
                <a:solidFill>
                  <a:srgbClr val="000000"/>
                </a:solidFill>
                <a:ea typeface="PMingLiU"/>
              </a:rPr>
              <a:t>Bildunterschrift</a:t>
            </a:r>
            <a:r>
              <a:rPr lang="en-US" sz="1400" spc="-1" dirty="0">
                <a:solidFill>
                  <a:srgbClr val="000000"/>
                </a:solidFill>
                <a:ea typeface="PMingLiU"/>
              </a:rPr>
              <a:t> </a:t>
            </a:r>
            <a:r>
              <a:rPr lang="en-US" sz="1400" spc="-1" dirty="0" err="1">
                <a:solidFill>
                  <a:srgbClr val="000000"/>
                </a:solidFill>
                <a:ea typeface="PMingLiU"/>
              </a:rPr>
              <a:t>ist</a:t>
            </a:r>
            <a:r>
              <a:rPr lang="en-US" sz="1400" spc="-1" dirty="0">
                <a:solidFill>
                  <a:srgbClr val="000000"/>
                </a:solidFill>
                <a:ea typeface="PMingLiU"/>
              </a:rPr>
              <a:t> optional, </a:t>
            </a:r>
            <a:r>
              <a:rPr lang="en-US" sz="1400" b="1" spc="-1" dirty="0">
                <a:solidFill>
                  <a:srgbClr val="000000"/>
                </a:solidFill>
                <a:ea typeface="PMingLiU"/>
              </a:rPr>
              <a:t>Arial 14pt</a:t>
            </a:r>
            <a:endParaRPr lang="en-US" sz="1400" b="1" spc="-1" dirty="0"/>
          </a:p>
        </p:txBody>
      </p:sp>
      <p:sp>
        <p:nvSpPr>
          <p:cNvPr id="8" name="CustomShape 5"/>
          <p:cNvSpPr/>
          <p:nvPr/>
        </p:nvSpPr>
        <p:spPr>
          <a:xfrm>
            <a:off x="7309935" y="2426208"/>
            <a:ext cx="4472650" cy="2408327"/>
          </a:xfrm>
          <a:prstGeom prst="rect">
            <a:avLst/>
          </a:prstGeom>
          <a:blipFill rotWithShape="0">
            <a:blip r:embed="rId3"/>
            <a:tile/>
          </a:blipFill>
          <a:ln w="9360">
            <a:noFill/>
            <a:round/>
          </a:ln>
        </p:spPr>
        <p:style>
          <a:lnRef idx="0">
            <a:scrgbClr r="0" g="0" b="0"/>
          </a:lnRef>
          <a:fillRef idx="0">
            <a:scrgbClr r="0" g="0" b="0"/>
          </a:fillRef>
          <a:effectRef idx="0">
            <a:scrgbClr r="0" g="0" b="0"/>
          </a:effectRef>
          <a:fontRef idx="minor"/>
        </p:style>
        <p:txBody>
          <a:bodyPr/>
          <a:lstStyle/>
          <a:p>
            <a:pPr>
              <a:defRPr/>
            </a:pPr>
            <a:endParaRPr lang="de-DE" dirty="0"/>
          </a:p>
        </p:txBody>
      </p:sp>
    </p:spTree>
    <p:extLst>
      <p:ext uri="{BB962C8B-B14F-4D97-AF65-F5344CB8AC3E}">
        <p14:creationId xmlns:p14="http://schemas.microsoft.com/office/powerpoint/2010/main" val="139717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15A0200-94A9-1893-FE11-5F49FC2C390C}"/>
              </a:ext>
            </a:extLst>
          </p:cNvPr>
          <p:cNvSpPr>
            <a:spLocks noGrp="1"/>
          </p:cNvSpPr>
          <p:nvPr>
            <p:ph type="body" sz="quarter" idx="13"/>
          </p:nvPr>
        </p:nvSpPr>
        <p:spPr/>
        <p:txBody>
          <a:bodyPr/>
          <a:lstStyle/>
          <a:p>
            <a:r>
              <a:rPr lang="en-US" altLang="zh-CN" dirty="0"/>
              <a:t>1.</a:t>
            </a:r>
            <a:r>
              <a:rPr lang="zh-CN" altLang="en-US" strike="sngStrike" dirty="0"/>
              <a:t>把注册文件提交</a:t>
            </a:r>
            <a:endParaRPr lang="en-US" altLang="zh-CN" strike="sngStrike" dirty="0"/>
          </a:p>
          <a:p>
            <a:r>
              <a:rPr lang="en-US" altLang="zh-CN" dirty="0"/>
              <a:t>2.</a:t>
            </a:r>
            <a:r>
              <a:rPr lang="zh-CN" altLang="en-US" strike="sngStrike" dirty="0"/>
              <a:t>写一个</a:t>
            </a:r>
            <a:r>
              <a:rPr lang="en-US" altLang="zh-CN" b="1" strike="sngStrike" dirty="0"/>
              <a:t>milestone</a:t>
            </a:r>
            <a:r>
              <a:rPr lang="en-US" altLang="zh-CN" strike="sngStrike" dirty="0"/>
              <a:t> and </a:t>
            </a:r>
            <a:r>
              <a:rPr lang="en-US" altLang="zh-CN" b="1" strike="sngStrike" dirty="0"/>
              <a:t>timeline</a:t>
            </a:r>
            <a:r>
              <a:rPr lang="en-US" altLang="zh-CN" strike="sngStrike" dirty="0"/>
              <a:t> of the project, and </a:t>
            </a:r>
            <a:r>
              <a:rPr lang="zh-CN" altLang="en-US" strike="sngStrike" dirty="0"/>
              <a:t> </a:t>
            </a:r>
            <a:r>
              <a:rPr lang="en-US" altLang="zh-CN" b="1" strike="sngStrike" dirty="0"/>
              <a:t>abstract</a:t>
            </a:r>
            <a:r>
              <a:rPr lang="zh-CN" altLang="en-US" b="1" dirty="0"/>
              <a:t>（如最近没有讨论 周一讨论）</a:t>
            </a:r>
            <a:endParaRPr lang="en-US" altLang="zh-CN" b="1" dirty="0"/>
          </a:p>
          <a:p>
            <a:r>
              <a:rPr lang="en-US" altLang="zh-CN" dirty="0">
                <a:solidFill>
                  <a:srgbClr val="00549F"/>
                </a:solidFill>
              </a:rPr>
              <a:t>3. Complete the Overleaf project.</a:t>
            </a:r>
          </a:p>
          <a:p>
            <a:r>
              <a:rPr lang="en-US" altLang="zh-CN" dirty="0">
                <a:solidFill>
                  <a:srgbClr val="00549F"/>
                </a:solidFill>
              </a:rPr>
              <a:t>4.Learn missing knowledge</a:t>
            </a:r>
            <a:r>
              <a:rPr lang="zh-CN" altLang="en-US" dirty="0">
                <a:solidFill>
                  <a:srgbClr val="00549F"/>
                </a:solidFill>
              </a:rPr>
              <a:t>（</a:t>
            </a:r>
            <a:r>
              <a:rPr lang="en-US" altLang="zh-CN" dirty="0">
                <a:solidFill>
                  <a:srgbClr val="00549F"/>
                </a:solidFill>
              </a:rPr>
              <a:t>Transfer Learning</a:t>
            </a:r>
            <a:r>
              <a:rPr lang="zh-CN" altLang="en-US" dirty="0">
                <a:solidFill>
                  <a:srgbClr val="00549F"/>
                </a:solidFill>
              </a:rPr>
              <a:t>，</a:t>
            </a:r>
            <a:r>
              <a:rPr lang="en-US" altLang="zh-CN" dirty="0">
                <a:solidFill>
                  <a:srgbClr val="00549F"/>
                </a:solidFill>
              </a:rPr>
              <a:t>ML,LORA</a:t>
            </a:r>
            <a:r>
              <a:rPr lang="zh-CN" altLang="en-US" dirty="0">
                <a:solidFill>
                  <a:srgbClr val="00549F"/>
                </a:solidFill>
              </a:rPr>
              <a:t>）</a:t>
            </a:r>
            <a:endParaRPr lang="en-US" altLang="zh-CN" dirty="0">
              <a:solidFill>
                <a:srgbClr val="00549F"/>
              </a:solidFill>
            </a:endParaRPr>
          </a:p>
          <a:p>
            <a:r>
              <a:rPr lang="en-US" altLang="zh-CN" dirty="0">
                <a:solidFill>
                  <a:srgbClr val="00549F"/>
                </a:solidFill>
              </a:rPr>
              <a:t>5.</a:t>
            </a:r>
            <a:r>
              <a:rPr lang="en-US" altLang="zh-CN" b="1" dirty="0">
                <a:solidFill>
                  <a:srgbClr val="00549F"/>
                </a:solidFill>
              </a:rPr>
              <a:t>The tool for model evaluation.</a:t>
            </a:r>
          </a:p>
          <a:p>
            <a:r>
              <a:rPr lang="en-US" altLang="zh-CN" dirty="0">
                <a:solidFill>
                  <a:srgbClr val="00549F"/>
                </a:solidFill>
              </a:rPr>
              <a:t>6.The transfer learning part of the LSTM</a:t>
            </a:r>
          </a:p>
          <a:p>
            <a:r>
              <a:rPr lang="en-US" altLang="zh-CN" strike="sngStrike" dirty="0"/>
              <a:t>7.</a:t>
            </a:r>
            <a:r>
              <a:rPr lang="zh-CN" altLang="en-US" strike="sngStrike" dirty="0"/>
              <a:t>仔细查看一下 新的</a:t>
            </a:r>
            <a:r>
              <a:rPr lang="en-US" altLang="zh-CN" strike="sngStrike" dirty="0"/>
              <a:t>GNSS</a:t>
            </a:r>
            <a:r>
              <a:rPr lang="zh-CN" altLang="en-US" strike="sngStrike" dirty="0"/>
              <a:t>和</a:t>
            </a:r>
            <a:r>
              <a:rPr lang="en-US" altLang="zh-CN" strike="sngStrike" dirty="0"/>
              <a:t>POS read codes.</a:t>
            </a:r>
          </a:p>
          <a:p>
            <a:r>
              <a:rPr lang="en-US" altLang="zh-CN" strike="sngStrike" dirty="0"/>
              <a:t>8.</a:t>
            </a:r>
            <a:r>
              <a:rPr lang="zh-CN" altLang="en-US" strike="sngStrike" dirty="0"/>
              <a:t>要区分一下 </a:t>
            </a:r>
            <a:r>
              <a:rPr lang="en-US" altLang="zh-CN" strike="sngStrike" dirty="0"/>
              <a:t>PL</a:t>
            </a:r>
            <a:r>
              <a:rPr lang="zh-CN" altLang="en-US" strike="sngStrike" dirty="0"/>
              <a:t>信号的数据集</a:t>
            </a:r>
            <a:endParaRPr lang="en-US" altLang="zh-CN" strike="sngStrike" dirty="0"/>
          </a:p>
          <a:p>
            <a:r>
              <a:rPr lang="en-US" altLang="zh-CN" b="1" dirty="0">
                <a:solidFill>
                  <a:srgbClr val="FF0000"/>
                </a:solidFill>
              </a:rPr>
              <a:t>9.</a:t>
            </a:r>
            <a:r>
              <a:rPr lang="zh-CN" altLang="en-US" b="1" dirty="0">
                <a:solidFill>
                  <a:srgbClr val="FF0000"/>
                </a:solidFill>
              </a:rPr>
              <a:t>做一个简单的</a:t>
            </a:r>
            <a:r>
              <a:rPr lang="en-US" altLang="zh-CN" b="1" dirty="0">
                <a:solidFill>
                  <a:srgbClr val="FF0000"/>
                </a:solidFill>
              </a:rPr>
              <a:t>finetuning </a:t>
            </a:r>
            <a:r>
              <a:rPr lang="zh-CN" altLang="en-US" b="1" dirty="0">
                <a:solidFill>
                  <a:srgbClr val="FF0000"/>
                </a:solidFill>
              </a:rPr>
              <a:t>给</a:t>
            </a:r>
            <a:r>
              <a:rPr lang="en-US" altLang="zh-CN" b="1" dirty="0" err="1">
                <a:solidFill>
                  <a:srgbClr val="FF0000"/>
                </a:solidFill>
              </a:rPr>
              <a:t>svm</a:t>
            </a:r>
            <a:r>
              <a:rPr lang="zh-CN" altLang="en-US" b="1" dirty="0">
                <a:solidFill>
                  <a:srgbClr val="FF0000"/>
                </a:solidFill>
              </a:rPr>
              <a:t>和</a:t>
            </a:r>
            <a:r>
              <a:rPr lang="en-US" altLang="zh-CN" b="1" dirty="0" err="1">
                <a:solidFill>
                  <a:srgbClr val="FF0000"/>
                </a:solidFill>
              </a:rPr>
              <a:t>lstm</a:t>
            </a:r>
            <a:endParaRPr lang="en-US" altLang="zh-CN" b="1" dirty="0">
              <a:solidFill>
                <a:srgbClr val="FF0000"/>
              </a:solidFill>
            </a:endParaRPr>
          </a:p>
          <a:p>
            <a:r>
              <a:rPr lang="en-US" altLang="zh-CN" b="1" dirty="0">
                <a:solidFill>
                  <a:srgbClr val="FF0000"/>
                </a:solidFill>
              </a:rPr>
              <a:t>10 </a:t>
            </a:r>
            <a:r>
              <a:rPr lang="zh-CN" altLang="en-US" b="1" dirty="0">
                <a:solidFill>
                  <a:srgbClr val="FF0000"/>
                </a:solidFill>
              </a:rPr>
              <a:t>问小论文的时长，目前还没得到回复。</a:t>
            </a:r>
            <a:endParaRPr lang="en-US" altLang="zh-CN" b="1" dirty="0">
              <a:solidFill>
                <a:srgbClr val="FF0000"/>
              </a:solidFill>
            </a:endParaRPr>
          </a:p>
          <a:p>
            <a:endParaRPr lang="zh-CN" altLang="en-US" dirty="0"/>
          </a:p>
        </p:txBody>
      </p:sp>
      <p:sp>
        <p:nvSpPr>
          <p:cNvPr id="3" name="标题 2">
            <a:extLst>
              <a:ext uri="{FF2B5EF4-FFF2-40B4-BE49-F238E27FC236}">
                <a16:creationId xmlns:a16="http://schemas.microsoft.com/office/drawing/2014/main" id="{BBDA6A6A-207E-5BDB-4347-74665AC35B72}"/>
              </a:ext>
            </a:extLst>
          </p:cNvPr>
          <p:cNvSpPr>
            <a:spLocks noGrp="1"/>
          </p:cNvSpPr>
          <p:nvPr>
            <p:ph type="title"/>
          </p:nvPr>
        </p:nvSpPr>
        <p:spPr/>
        <p:txBody>
          <a:bodyPr/>
          <a:lstStyle/>
          <a:p>
            <a:r>
              <a:rPr lang="en-US" altLang="zh-CN" dirty="0"/>
              <a:t>1.Last Week’s Tasks</a:t>
            </a:r>
            <a:endParaRPr lang="zh-CN" altLang="en-US" dirty="0"/>
          </a:p>
        </p:txBody>
      </p:sp>
      <p:sp>
        <p:nvSpPr>
          <p:cNvPr id="4" name="内容占位符 3">
            <a:extLst>
              <a:ext uri="{FF2B5EF4-FFF2-40B4-BE49-F238E27FC236}">
                <a16:creationId xmlns:a16="http://schemas.microsoft.com/office/drawing/2014/main" id="{1A6CC0F6-26FF-8C88-2E83-0DAD81C1D6F6}"/>
              </a:ext>
            </a:extLst>
          </p:cNvPr>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258776179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DC02B-7D2D-4CFA-6CFB-24BFF8E171A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4D121DB-B942-BD53-805B-C001151C636E}"/>
              </a:ext>
            </a:extLst>
          </p:cNvPr>
          <p:cNvSpPr>
            <a:spLocks noGrp="1"/>
          </p:cNvSpPr>
          <p:nvPr>
            <p:ph type="body" sz="quarter" idx="13"/>
          </p:nvPr>
        </p:nvSpPr>
        <p:spPr>
          <a:xfrm>
            <a:off x="384000" y="2552066"/>
            <a:ext cx="11484000" cy="3193200"/>
          </a:xfrm>
        </p:spPr>
        <p:txBody>
          <a:bodyPr/>
          <a:lstStyle/>
          <a:p>
            <a:endParaRPr lang="zh-CN" altLang="en-US" dirty="0"/>
          </a:p>
        </p:txBody>
      </p:sp>
      <p:sp>
        <p:nvSpPr>
          <p:cNvPr id="3" name="标题 2">
            <a:extLst>
              <a:ext uri="{FF2B5EF4-FFF2-40B4-BE49-F238E27FC236}">
                <a16:creationId xmlns:a16="http://schemas.microsoft.com/office/drawing/2014/main" id="{52AB8753-16BC-54E2-E7EC-C064ABEE6C49}"/>
              </a:ext>
            </a:extLst>
          </p:cNvPr>
          <p:cNvSpPr>
            <a:spLocks noGrp="1"/>
          </p:cNvSpPr>
          <p:nvPr>
            <p:ph type="title"/>
          </p:nvPr>
        </p:nvSpPr>
        <p:spPr/>
        <p:txBody>
          <a:bodyPr/>
          <a:lstStyle/>
          <a:p>
            <a:r>
              <a:rPr lang="en-US" altLang="zh-CN" dirty="0"/>
              <a:t>2.Progress Overview</a:t>
            </a:r>
            <a:endParaRPr lang="zh-CN" altLang="en-US" dirty="0"/>
          </a:p>
        </p:txBody>
      </p:sp>
      <p:graphicFrame>
        <p:nvGraphicFramePr>
          <p:cNvPr id="5" name="内容占位符 4">
            <a:extLst>
              <a:ext uri="{FF2B5EF4-FFF2-40B4-BE49-F238E27FC236}">
                <a16:creationId xmlns:a16="http://schemas.microsoft.com/office/drawing/2014/main" id="{47088D0D-0BAD-063F-E5B4-A7CA6C7B8045}"/>
              </a:ext>
            </a:extLst>
          </p:cNvPr>
          <p:cNvGraphicFramePr>
            <a:graphicFrameLocks noGrp="1"/>
          </p:cNvGraphicFramePr>
          <p:nvPr>
            <p:ph idx="1"/>
            <p:extLst>
              <p:ext uri="{D42A27DB-BD31-4B8C-83A1-F6EECF244321}">
                <p14:modId xmlns:p14="http://schemas.microsoft.com/office/powerpoint/2010/main" val="1771045600"/>
              </p:ext>
            </p:extLst>
          </p:nvPr>
        </p:nvGraphicFramePr>
        <p:xfrm>
          <a:off x="334962" y="931883"/>
          <a:ext cx="11483975" cy="15058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图片 6">
            <a:extLst>
              <a:ext uri="{FF2B5EF4-FFF2-40B4-BE49-F238E27FC236}">
                <a16:creationId xmlns:a16="http://schemas.microsoft.com/office/drawing/2014/main" id="{8734D8C3-95BE-DD0A-D874-F950EF1C91D6}"/>
              </a:ext>
            </a:extLst>
          </p:cNvPr>
          <p:cNvPicPr>
            <a:picLocks noChangeAspect="1"/>
          </p:cNvPicPr>
          <p:nvPr/>
        </p:nvPicPr>
        <p:blipFill>
          <a:blip r:embed="rId8"/>
          <a:stretch>
            <a:fillRect/>
          </a:stretch>
        </p:blipFill>
        <p:spPr>
          <a:xfrm>
            <a:off x="5316717" y="2480438"/>
            <a:ext cx="3232416" cy="2544548"/>
          </a:xfrm>
          <a:prstGeom prst="rect">
            <a:avLst/>
          </a:prstGeom>
        </p:spPr>
      </p:pic>
      <p:pic>
        <p:nvPicPr>
          <p:cNvPr id="8" name="图片 7">
            <a:extLst>
              <a:ext uri="{FF2B5EF4-FFF2-40B4-BE49-F238E27FC236}">
                <a16:creationId xmlns:a16="http://schemas.microsoft.com/office/drawing/2014/main" id="{CFEB306C-2AFB-7895-C03B-2671CFBCC3EA}"/>
              </a:ext>
            </a:extLst>
          </p:cNvPr>
          <p:cNvPicPr>
            <a:picLocks noChangeAspect="1"/>
          </p:cNvPicPr>
          <p:nvPr/>
        </p:nvPicPr>
        <p:blipFill>
          <a:blip r:embed="rId9"/>
          <a:stretch>
            <a:fillRect/>
          </a:stretch>
        </p:blipFill>
        <p:spPr>
          <a:xfrm>
            <a:off x="8476414" y="2437717"/>
            <a:ext cx="3342523" cy="2629991"/>
          </a:xfrm>
          <a:prstGeom prst="rect">
            <a:avLst/>
          </a:prstGeom>
        </p:spPr>
      </p:pic>
      <p:pic>
        <p:nvPicPr>
          <p:cNvPr id="10" name="图片 9">
            <a:extLst>
              <a:ext uri="{FF2B5EF4-FFF2-40B4-BE49-F238E27FC236}">
                <a16:creationId xmlns:a16="http://schemas.microsoft.com/office/drawing/2014/main" id="{093D6FE2-DE9A-582B-B68D-5D0920EC6D8A}"/>
              </a:ext>
            </a:extLst>
          </p:cNvPr>
          <p:cNvPicPr>
            <a:picLocks noChangeAspect="1"/>
          </p:cNvPicPr>
          <p:nvPr/>
        </p:nvPicPr>
        <p:blipFill>
          <a:blip r:embed="rId10"/>
          <a:stretch>
            <a:fillRect/>
          </a:stretch>
        </p:blipFill>
        <p:spPr>
          <a:xfrm>
            <a:off x="190436" y="2509345"/>
            <a:ext cx="5126281" cy="2544548"/>
          </a:xfrm>
          <a:prstGeom prst="rect">
            <a:avLst/>
          </a:prstGeom>
        </p:spPr>
      </p:pic>
      <mc:AlternateContent xmlns:mc="http://schemas.openxmlformats.org/markup-compatibility/2006">
        <mc:Choice xmlns:p14="http://schemas.microsoft.com/office/powerpoint/2010/main" Requires="p14">
          <p:contentPart p14:bwMode="auto" r:id="rId11">
            <p14:nvContentPartPr>
              <p14:cNvPr id="12" name="墨迹 11">
                <a:extLst>
                  <a:ext uri="{FF2B5EF4-FFF2-40B4-BE49-F238E27FC236}">
                    <a16:creationId xmlns:a16="http://schemas.microsoft.com/office/drawing/2014/main" id="{724DF626-F127-7A24-1D0D-D55E63D8FA22}"/>
                  </a:ext>
                </a:extLst>
              </p14:cNvPr>
              <p14:cNvContentPartPr/>
              <p14:nvPr/>
            </p14:nvContentPartPr>
            <p14:xfrm>
              <a:off x="2271555" y="4783528"/>
              <a:ext cx="574200" cy="360"/>
            </p14:xfrm>
          </p:contentPart>
        </mc:Choice>
        <mc:Fallback>
          <p:pic>
            <p:nvPicPr>
              <p:cNvPr id="12" name="墨迹 11">
                <a:extLst>
                  <a:ext uri="{FF2B5EF4-FFF2-40B4-BE49-F238E27FC236}">
                    <a16:creationId xmlns:a16="http://schemas.microsoft.com/office/drawing/2014/main" id="{724DF626-F127-7A24-1D0D-D55E63D8FA22}"/>
                  </a:ext>
                </a:extLst>
              </p:cNvPr>
              <p:cNvPicPr/>
              <p:nvPr/>
            </p:nvPicPr>
            <p:blipFill>
              <a:blip r:embed="rId12"/>
              <a:stretch>
                <a:fillRect/>
              </a:stretch>
            </p:blipFill>
            <p:spPr>
              <a:xfrm>
                <a:off x="2265435" y="4777408"/>
                <a:ext cx="586440" cy="12600"/>
              </a:xfrm>
              <a:prstGeom prst="rect">
                <a:avLst/>
              </a:prstGeom>
            </p:spPr>
          </p:pic>
        </mc:Fallback>
      </mc:AlternateContent>
    </p:spTree>
    <p:extLst>
      <p:ext uri="{BB962C8B-B14F-4D97-AF65-F5344CB8AC3E}">
        <p14:creationId xmlns:p14="http://schemas.microsoft.com/office/powerpoint/2010/main" val="2412733085"/>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145C8-E5D8-E62A-CEB1-5BFB4B45347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BC26B74-9413-218C-063F-17EF78B86459}"/>
              </a:ext>
            </a:extLst>
          </p:cNvPr>
          <p:cNvSpPr>
            <a:spLocks noGrp="1"/>
          </p:cNvSpPr>
          <p:nvPr>
            <p:ph type="body" sz="quarter" idx="13"/>
          </p:nvPr>
        </p:nvSpPr>
        <p:spPr>
          <a:xfrm>
            <a:off x="384000" y="2552066"/>
            <a:ext cx="11484000" cy="3193200"/>
          </a:xfrm>
        </p:spPr>
        <p:txBody>
          <a:bodyPr/>
          <a:lstStyle/>
          <a:p>
            <a:endParaRPr lang="zh-CN" altLang="en-US" dirty="0"/>
          </a:p>
        </p:txBody>
      </p:sp>
      <p:sp>
        <p:nvSpPr>
          <p:cNvPr id="3" name="标题 2">
            <a:extLst>
              <a:ext uri="{FF2B5EF4-FFF2-40B4-BE49-F238E27FC236}">
                <a16:creationId xmlns:a16="http://schemas.microsoft.com/office/drawing/2014/main" id="{92D82DFF-2CF1-77E5-AB49-0E1C4B001F40}"/>
              </a:ext>
            </a:extLst>
          </p:cNvPr>
          <p:cNvSpPr>
            <a:spLocks noGrp="1"/>
          </p:cNvSpPr>
          <p:nvPr>
            <p:ph type="title"/>
          </p:nvPr>
        </p:nvSpPr>
        <p:spPr/>
        <p:txBody>
          <a:bodyPr/>
          <a:lstStyle/>
          <a:p>
            <a:r>
              <a:rPr lang="en-US" altLang="zh-CN" dirty="0"/>
              <a:t>2.Progress Overview</a:t>
            </a:r>
            <a:endParaRPr lang="zh-CN" altLang="en-US" dirty="0"/>
          </a:p>
        </p:txBody>
      </p:sp>
      <p:graphicFrame>
        <p:nvGraphicFramePr>
          <p:cNvPr id="5" name="内容占位符 4">
            <a:extLst>
              <a:ext uri="{FF2B5EF4-FFF2-40B4-BE49-F238E27FC236}">
                <a16:creationId xmlns:a16="http://schemas.microsoft.com/office/drawing/2014/main" id="{3F5CBCCE-9D2D-A155-6A9D-6B3CFD977FF0}"/>
              </a:ext>
            </a:extLst>
          </p:cNvPr>
          <p:cNvGraphicFramePr>
            <a:graphicFrameLocks noGrp="1"/>
          </p:cNvGraphicFramePr>
          <p:nvPr>
            <p:ph idx="1"/>
          </p:nvPr>
        </p:nvGraphicFramePr>
        <p:xfrm>
          <a:off x="334962" y="931883"/>
          <a:ext cx="11483975" cy="15058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图片 6">
            <a:extLst>
              <a:ext uri="{FF2B5EF4-FFF2-40B4-BE49-F238E27FC236}">
                <a16:creationId xmlns:a16="http://schemas.microsoft.com/office/drawing/2014/main" id="{637A52DA-39F1-02DD-71D5-5919B1B18E3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5243998" y="2482635"/>
            <a:ext cx="3232416" cy="2540153"/>
          </a:xfrm>
          <a:prstGeom prst="rect">
            <a:avLst/>
          </a:prstGeom>
        </p:spPr>
      </p:pic>
      <p:pic>
        <p:nvPicPr>
          <p:cNvPr id="8" name="图片 7">
            <a:extLst>
              <a:ext uri="{FF2B5EF4-FFF2-40B4-BE49-F238E27FC236}">
                <a16:creationId xmlns:a16="http://schemas.microsoft.com/office/drawing/2014/main" id="{FC8DBD20-E324-19B2-0A6B-741379F5E46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476414" y="2446770"/>
            <a:ext cx="3342523" cy="2611885"/>
          </a:xfrm>
          <a:prstGeom prst="rect">
            <a:avLst/>
          </a:prstGeom>
        </p:spPr>
      </p:pic>
      <p:pic>
        <p:nvPicPr>
          <p:cNvPr id="10" name="图片 9">
            <a:extLst>
              <a:ext uri="{FF2B5EF4-FFF2-40B4-BE49-F238E27FC236}">
                <a16:creationId xmlns:a16="http://schemas.microsoft.com/office/drawing/2014/main" id="{470CEDB5-91A6-F494-610C-079DE798A4E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628747" y="2509345"/>
            <a:ext cx="4249657" cy="2544548"/>
          </a:xfrm>
          <a:prstGeom prst="rect">
            <a:avLst/>
          </a:prstGeom>
        </p:spPr>
      </p:pic>
    </p:spTree>
    <p:extLst>
      <p:ext uri="{BB962C8B-B14F-4D97-AF65-F5344CB8AC3E}">
        <p14:creationId xmlns:p14="http://schemas.microsoft.com/office/powerpoint/2010/main" val="1155910700"/>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D8642EB-EE2E-F064-9451-E2A24E807398}"/>
              </a:ext>
            </a:extLst>
          </p:cNvPr>
          <p:cNvSpPr>
            <a:spLocks noGrp="1"/>
          </p:cNvSpPr>
          <p:nvPr>
            <p:ph type="body" sz="quarter" idx="13"/>
          </p:nvPr>
        </p:nvSpPr>
        <p:spPr/>
        <p:txBody>
          <a:bodyPr/>
          <a:lstStyle/>
          <a:p>
            <a:r>
              <a:rPr lang="zh-CN" altLang="en-US" dirty="0"/>
              <a:t>还是 有问题 对于 </a:t>
            </a:r>
            <a:r>
              <a:rPr lang="en-US" altLang="zh-CN" dirty="0"/>
              <a:t>rover </a:t>
            </a:r>
            <a:r>
              <a:rPr lang="en-US" altLang="zh-CN" dirty="0" err="1"/>
              <a:t>obs</a:t>
            </a:r>
            <a:r>
              <a:rPr lang="en-US" altLang="zh-CN" dirty="0"/>
              <a:t> </a:t>
            </a:r>
            <a:r>
              <a:rPr lang="zh-CN" altLang="en-US" dirty="0"/>
              <a:t>和 预测结果合并 但是 他们并不一样 所以  合并的方式是</a:t>
            </a:r>
            <a:r>
              <a:rPr lang="en-US" altLang="zh-CN" dirty="0"/>
              <a:t>inner    </a:t>
            </a:r>
            <a:r>
              <a:rPr lang="zh-CN" altLang="en-US" dirty="0"/>
              <a:t>但是 数据就只到</a:t>
            </a:r>
            <a:r>
              <a:rPr lang="en-US" altLang="zh-CN" dirty="0"/>
              <a:t>8000</a:t>
            </a:r>
            <a:r>
              <a:rPr lang="zh-CN" altLang="en-US" dirty="0"/>
              <a:t>了</a:t>
            </a:r>
            <a:endParaRPr lang="en-US" altLang="zh-CN" dirty="0"/>
          </a:p>
          <a:p>
            <a:r>
              <a:rPr lang="zh-CN" altLang="en-US" dirty="0"/>
              <a:t>要明白 整个的</a:t>
            </a:r>
            <a:r>
              <a:rPr lang="en-US" altLang="zh-CN" dirty="0" err="1"/>
              <a:t>gnss</a:t>
            </a:r>
            <a:r>
              <a:rPr lang="zh-CN" altLang="en-US" dirty="0"/>
              <a:t>接受信号的流程 找到对应的程序 是如何产生定位数据的</a:t>
            </a:r>
            <a:endParaRPr lang="en-US" altLang="zh-CN" dirty="0"/>
          </a:p>
          <a:p>
            <a:endParaRPr lang="en-US" altLang="zh-CN" dirty="0"/>
          </a:p>
          <a:p>
            <a:r>
              <a:rPr lang="en-US" altLang="zh-CN" dirty="0"/>
              <a:t>1.</a:t>
            </a:r>
            <a:r>
              <a:rPr lang="zh-CN" altLang="en-US" dirty="0"/>
              <a:t>对于数据整体的理解还是不确定，这个应该是再重新仔细看一下代码的输入数据和输出数据从而理解数据文件间的关系。</a:t>
            </a:r>
            <a:endParaRPr lang="en-US" altLang="zh-CN" dirty="0"/>
          </a:p>
          <a:p>
            <a:r>
              <a:rPr lang="en-US" altLang="zh-CN" dirty="0"/>
              <a:t>2.</a:t>
            </a:r>
            <a:r>
              <a:rPr lang="zh-CN" altLang="en-US" dirty="0"/>
              <a:t>开始做了，才发现对于数据处理这过程的实际操作的难点。相关的库就是 </a:t>
            </a:r>
            <a:r>
              <a:rPr lang="en-US" altLang="zh-CN" dirty="0"/>
              <a:t>pandas</a:t>
            </a:r>
            <a:r>
              <a:rPr lang="zh-CN" altLang="en-US" dirty="0"/>
              <a:t>和</a:t>
            </a:r>
            <a:r>
              <a:rPr lang="en-US" altLang="zh-CN" dirty="0"/>
              <a:t>matplotlib</a:t>
            </a:r>
            <a:r>
              <a:rPr lang="zh-CN" altLang="en-US" dirty="0"/>
              <a:t>库</a:t>
            </a:r>
            <a:r>
              <a:rPr lang="en-US" altLang="zh-CN" dirty="0"/>
              <a:t>.</a:t>
            </a:r>
            <a:r>
              <a:rPr lang="zh-CN" altLang="en-US" dirty="0"/>
              <a:t> 就是慢慢的去敲，然后遇到问题解决问题，还是我先停下来，把这些东西好好缕一下？</a:t>
            </a:r>
            <a:endParaRPr lang="en-US" altLang="zh-CN" dirty="0"/>
          </a:p>
          <a:p>
            <a:r>
              <a:rPr lang="en-US" altLang="zh-CN" dirty="0"/>
              <a:t>3.</a:t>
            </a:r>
            <a:r>
              <a:rPr lang="zh-CN" altLang="en-US" dirty="0"/>
              <a:t>我们的流程，数据，</a:t>
            </a:r>
            <a:r>
              <a:rPr lang="en-US" altLang="zh-CN" dirty="0"/>
              <a:t>SPP</a:t>
            </a:r>
            <a:r>
              <a:rPr lang="zh-CN" altLang="en-US" dirty="0"/>
              <a:t>位置解算，得到</a:t>
            </a:r>
            <a:r>
              <a:rPr lang="en-US" altLang="zh-CN" dirty="0"/>
              <a:t>ECEF</a:t>
            </a:r>
            <a:r>
              <a:rPr lang="zh-CN" altLang="en-US" dirty="0"/>
              <a:t>坐标系坐标，</a:t>
            </a:r>
            <a:r>
              <a:rPr lang="en-US" altLang="zh-CN" dirty="0"/>
              <a:t>ECEF</a:t>
            </a:r>
            <a:r>
              <a:rPr lang="zh-CN" altLang="en-US" dirty="0"/>
              <a:t>坐标转换成</a:t>
            </a:r>
            <a:r>
              <a:rPr lang="en-US" altLang="zh-CN" dirty="0"/>
              <a:t>ENU</a:t>
            </a:r>
            <a:r>
              <a:rPr lang="zh-CN" altLang="en-US" dirty="0"/>
              <a:t>坐标，输出画图。</a:t>
            </a:r>
            <a:endParaRPr lang="en-US" altLang="zh-CN" dirty="0"/>
          </a:p>
          <a:p>
            <a:endParaRPr lang="zh-CN" altLang="en-US" dirty="0"/>
          </a:p>
        </p:txBody>
      </p:sp>
      <p:sp>
        <p:nvSpPr>
          <p:cNvPr id="3" name="标题 2">
            <a:extLst>
              <a:ext uri="{FF2B5EF4-FFF2-40B4-BE49-F238E27FC236}">
                <a16:creationId xmlns:a16="http://schemas.microsoft.com/office/drawing/2014/main" id="{3C87C8EC-3CC6-5B14-9226-BEBF2078DB0C}"/>
              </a:ext>
            </a:extLst>
          </p:cNvPr>
          <p:cNvSpPr>
            <a:spLocks noGrp="1"/>
          </p:cNvSpPr>
          <p:nvPr>
            <p:ph type="title"/>
          </p:nvPr>
        </p:nvSpPr>
        <p:spPr/>
        <p:txBody>
          <a:bodyPr/>
          <a:lstStyle/>
          <a:p>
            <a:r>
              <a:rPr lang="en-US" altLang="zh-CN" dirty="0"/>
              <a:t>3.Question</a:t>
            </a:r>
            <a:endParaRPr lang="zh-CN" altLang="en-US" dirty="0"/>
          </a:p>
        </p:txBody>
      </p:sp>
      <p:sp>
        <p:nvSpPr>
          <p:cNvPr id="4" name="内容占位符 3">
            <a:extLst>
              <a:ext uri="{FF2B5EF4-FFF2-40B4-BE49-F238E27FC236}">
                <a16:creationId xmlns:a16="http://schemas.microsoft.com/office/drawing/2014/main" id="{85537A84-B982-FCAA-FB3D-96882597C588}"/>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558206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71E05A6-7AD4-D044-4BFE-8C7C650328CC}"/>
              </a:ext>
            </a:extLst>
          </p:cNvPr>
          <p:cNvSpPr>
            <a:spLocks noGrp="1"/>
          </p:cNvSpPr>
          <p:nvPr>
            <p:ph type="body" sz="quarter" idx="13"/>
          </p:nvPr>
        </p:nvSpPr>
        <p:spPr/>
        <p:txBody>
          <a:bodyPr/>
          <a:lstStyle/>
          <a:p>
            <a:r>
              <a:rPr lang="zh-CN" altLang="en-US" dirty="0"/>
              <a:t>处理的输出结果图</a:t>
            </a:r>
          </a:p>
        </p:txBody>
      </p:sp>
      <p:sp>
        <p:nvSpPr>
          <p:cNvPr id="3" name="标题 2">
            <a:extLst>
              <a:ext uri="{FF2B5EF4-FFF2-40B4-BE49-F238E27FC236}">
                <a16:creationId xmlns:a16="http://schemas.microsoft.com/office/drawing/2014/main" id="{67CC2BCC-8415-D0FE-0866-FA2B1B54F726}"/>
              </a:ext>
            </a:extLst>
          </p:cNvPr>
          <p:cNvSpPr>
            <a:spLocks noGrp="1"/>
          </p:cNvSpPr>
          <p:nvPr>
            <p:ph type="title"/>
          </p:nvPr>
        </p:nvSpPr>
        <p:spPr/>
        <p:txBody>
          <a:bodyPr/>
          <a:lstStyle/>
          <a:p>
            <a:r>
              <a:rPr lang="en-US" altLang="zh-CN" dirty="0"/>
              <a:t>3.Progress Overview</a:t>
            </a:r>
            <a:endParaRPr lang="zh-CN" altLang="en-US" dirty="0"/>
          </a:p>
        </p:txBody>
      </p:sp>
      <p:sp>
        <p:nvSpPr>
          <p:cNvPr id="4" name="内容占位符 3">
            <a:extLst>
              <a:ext uri="{FF2B5EF4-FFF2-40B4-BE49-F238E27FC236}">
                <a16:creationId xmlns:a16="http://schemas.microsoft.com/office/drawing/2014/main" id="{8AF14CB5-223F-2993-005C-2EFAEE1E7FAC}"/>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77255216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2A56887-C91A-1F54-CBEB-E1EAC2959289}"/>
              </a:ext>
            </a:extLst>
          </p:cNvPr>
          <p:cNvSpPr>
            <a:spLocks noGrp="1"/>
          </p:cNvSpPr>
          <p:nvPr>
            <p:ph type="body" sz="quarter" idx="13"/>
          </p:nvPr>
        </p:nvSpPr>
        <p:spPr/>
        <p:txBody>
          <a:bodyPr/>
          <a:lstStyle/>
          <a:p>
            <a:endParaRPr lang="zh-CN" altLang="en-US" dirty="0"/>
          </a:p>
        </p:txBody>
      </p:sp>
      <p:sp>
        <p:nvSpPr>
          <p:cNvPr id="3" name="标题 2">
            <a:extLst>
              <a:ext uri="{FF2B5EF4-FFF2-40B4-BE49-F238E27FC236}">
                <a16:creationId xmlns:a16="http://schemas.microsoft.com/office/drawing/2014/main" id="{A3B1BFA4-B7AB-E140-1DD3-C999F875F070}"/>
              </a:ext>
            </a:extLst>
          </p:cNvPr>
          <p:cNvSpPr>
            <a:spLocks noGrp="1"/>
          </p:cNvSpPr>
          <p:nvPr>
            <p:ph type="title"/>
          </p:nvPr>
        </p:nvSpPr>
        <p:spPr/>
        <p:txBody>
          <a:bodyPr/>
          <a:lstStyle/>
          <a:p>
            <a:r>
              <a:rPr lang="en-US" altLang="zh-CN" dirty="0"/>
              <a:t>4.Challenges &amp; Solutions</a:t>
            </a:r>
            <a:endParaRPr lang="zh-CN" altLang="en-US" dirty="0"/>
          </a:p>
        </p:txBody>
      </p:sp>
      <p:sp>
        <p:nvSpPr>
          <p:cNvPr id="4" name="内容占位符 3">
            <a:extLst>
              <a:ext uri="{FF2B5EF4-FFF2-40B4-BE49-F238E27FC236}">
                <a16:creationId xmlns:a16="http://schemas.microsoft.com/office/drawing/2014/main" id="{79F900E7-18ED-6CC1-3F80-7C04B3116A29}"/>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75772586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E2AB971-AD86-413C-F120-B9511FB43C1F}"/>
              </a:ext>
            </a:extLst>
          </p:cNvPr>
          <p:cNvSpPr>
            <a:spLocks noGrp="1"/>
          </p:cNvSpPr>
          <p:nvPr>
            <p:ph type="body" sz="quarter" idx="13"/>
          </p:nvPr>
        </p:nvSpPr>
        <p:spPr/>
        <p:txBody>
          <a:bodyPr/>
          <a:lstStyle/>
          <a:p>
            <a:endParaRPr lang="zh-CN" altLang="en-US" dirty="0"/>
          </a:p>
        </p:txBody>
      </p:sp>
      <p:sp>
        <p:nvSpPr>
          <p:cNvPr id="3" name="标题 2">
            <a:extLst>
              <a:ext uri="{FF2B5EF4-FFF2-40B4-BE49-F238E27FC236}">
                <a16:creationId xmlns:a16="http://schemas.microsoft.com/office/drawing/2014/main" id="{1A7E890C-2E17-3EFD-8B75-E0C9EC5A85C7}"/>
              </a:ext>
            </a:extLst>
          </p:cNvPr>
          <p:cNvSpPr>
            <a:spLocks noGrp="1"/>
          </p:cNvSpPr>
          <p:nvPr>
            <p:ph type="title"/>
          </p:nvPr>
        </p:nvSpPr>
        <p:spPr/>
        <p:txBody>
          <a:bodyPr/>
          <a:lstStyle/>
          <a:p>
            <a:r>
              <a:rPr lang="en-US" altLang="zh-CN" dirty="0"/>
              <a:t>5.Next Week Goal</a:t>
            </a:r>
            <a:endParaRPr lang="zh-CN" altLang="en-US" dirty="0"/>
          </a:p>
        </p:txBody>
      </p:sp>
      <p:sp>
        <p:nvSpPr>
          <p:cNvPr id="4" name="内容占位符 3">
            <a:extLst>
              <a:ext uri="{FF2B5EF4-FFF2-40B4-BE49-F238E27FC236}">
                <a16:creationId xmlns:a16="http://schemas.microsoft.com/office/drawing/2014/main" id="{A1CFFCC9-4B03-D9F1-FE38-6481C068759E}"/>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214801049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Präsentation_Master_RWTH_Institute_16zu9">
  <a:themeElements>
    <a:clrScheme name="RWTH Farben">
      <a:dk1>
        <a:sysClr val="windowText" lastClr="000000"/>
      </a:dk1>
      <a:lt1>
        <a:sysClr val="window" lastClr="FFFFFF"/>
      </a:lt1>
      <a:dk2>
        <a:srgbClr val="00549F"/>
      </a:dk2>
      <a:lt2>
        <a:srgbClr val="8EBAE5"/>
      </a:lt2>
      <a:accent1>
        <a:srgbClr val="006165"/>
      </a:accent1>
      <a:accent2>
        <a:srgbClr val="0098A1"/>
      </a:accent2>
      <a:accent3>
        <a:srgbClr val="57AB27"/>
      </a:accent3>
      <a:accent4>
        <a:srgbClr val="BDCD00"/>
      </a:accent4>
      <a:accent5>
        <a:srgbClr val="F6A800"/>
      </a:accent5>
      <a:accent6>
        <a:srgbClr val="CC071E"/>
      </a:accent6>
      <a:hlink>
        <a:srgbClr val="612158"/>
      </a:hlink>
      <a:folHlink>
        <a:srgbClr val="7A6FA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_Master_RWTH_Verwaltung_ohne_addin_16zu9.pot [Kompatibilitätsmodus]" id="{12157BE7-C41B-4251-A630-7876F5189DEC}" vid="{D5CAF79C-9B5F-40C2-AC3C-45C714C492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Präsentationsvorlage_IRT</Template>
  <TotalTime>6727</TotalTime>
  <Words>549</Words>
  <Application>Microsoft Office PowerPoint</Application>
  <PresentationFormat>宽屏</PresentationFormat>
  <Paragraphs>44</Paragraphs>
  <Slides>8</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vt:i4>
      </vt:variant>
    </vt:vector>
  </HeadingPairs>
  <TitlesOfParts>
    <vt:vector size="14" baseType="lpstr">
      <vt:lpstr>PMingLiU</vt:lpstr>
      <vt:lpstr>Arial</vt:lpstr>
      <vt:lpstr>Calibri</vt:lpstr>
      <vt:lpstr>Symbol</vt:lpstr>
      <vt:lpstr>Wingdings</vt:lpstr>
      <vt:lpstr>Präsentation_Master_RWTH_Institute_16zu9</vt:lpstr>
      <vt:lpstr>Vorname Name, Betreut durch: Vorname Name des/r Betreuers/in, Datum </vt:lpstr>
      <vt:lpstr>1.Last Week’s Tasks</vt:lpstr>
      <vt:lpstr>2.Progress Overview</vt:lpstr>
      <vt:lpstr>2.Progress Overview</vt:lpstr>
      <vt:lpstr>3.Question</vt:lpstr>
      <vt:lpstr>3.Progress Overview</vt:lpstr>
      <vt:lpstr>4.Challenges &amp; Solutions</vt:lpstr>
      <vt:lpstr>5.Next Week Goal</vt:lpstr>
    </vt:vector>
  </TitlesOfParts>
  <Company>Institut für Regelungstechnik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Florian Baader</dc:creator>
  <cp:lastModifiedBy>jiayu yang</cp:lastModifiedBy>
  <cp:revision>1546</cp:revision>
  <cp:lastPrinted>2020-01-08T09:35:20Z</cp:lastPrinted>
  <dcterms:created xsi:type="dcterms:W3CDTF">2018-05-24T07:56:59Z</dcterms:created>
  <dcterms:modified xsi:type="dcterms:W3CDTF">2025-10-22T06:19:27Z</dcterms:modified>
</cp:coreProperties>
</file>