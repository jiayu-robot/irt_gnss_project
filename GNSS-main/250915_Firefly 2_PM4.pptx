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5"/>
  </p:sldMasterIdLst>
  <p:notesMasterIdLst>
    <p:notesMasterId r:id="rId18"/>
  </p:notesMasterIdLst>
  <p:handoutMasterIdLst>
    <p:handoutMasterId r:id="rId19"/>
  </p:handoutMasterIdLst>
  <p:sldIdLst>
    <p:sldId id="261" r:id="rId6"/>
    <p:sldId id="406" r:id="rId7"/>
    <p:sldId id="402" r:id="rId8"/>
    <p:sldId id="410" r:id="rId9"/>
    <p:sldId id="411" r:id="rId10"/>
    <p:sldId id="407" r:id="rId11"/>
    <p:sldId id="408" r:id="rId12"/>
    <p:sldId id="413" r:id="rId13"/>
    <p:sldId id="415" r:id="rId14"/>
    <p:sldId id="414" r:id="rId15"/>
    <p:sldId id="416" r:id="rId16"/>
    <p:sldId id="418" r:id="rId17"/>
  </p:sldIdLst>
  <p:sldSz cx="12192000" cy="6858000"/>
  <p:notesSz cx="9872663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6A3FC8-DFB7-44BA-98AE-A2FE51A1DAD5}">
          <p14:sldIdLst>
            <p14:sldId id="261"/>
          </p14:sldIdLst>
        </p14:section>
        <p14:section name="RWTH" id="{CC43CCC8-115F-4894-ACAC-761F6233D5DB}">
          <p14:sldIdLst>
            <p14:sldId id="406"/>
            <p14:sldId id="402"/>
            <p14:sldId id="410"/>
            <p14:sldId id="411"/>
            <p14:sldId id="407"/>
            <p14:sldId id="408"/>
            <p14:sldId id="413"/>
            <p14:sldId id="415"/>
            <p14:sldId id="414"/>
            <p14:sldId id="416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Pany" initials="TP" lastIdx="1" clrIdx="0">
    <p:extLst>
      <p:ext uri="{19B8F6BF-5375-455C-9EA6-DF929625EA0E}">
        <p15:presenceInfo xmlns:p15="http://schemas.microsoft.com/office/powerpoint/2012/main" userId="f90e5dc0fbec84d4" providerId="Windows Live"/>
      </p:ext>
    </p:extLst>
  </p:cmAuthor>
  <p:cmAuthor id="2" name="Mathias Philips-Blum" initials="MPB" lastIdx="3" clrIdx="1">
    <p:extLst>
      <p:ext uri="{19B8F6BF-5375-455C-9EA6-DF929625EA0E}">
        <p15:presenceInfo xmlns:p15="http://schemas.microsoft.com/office/powerpoint/2012/main" userId="3f72a415d6bee1ed" providerId="Windows Live"/>
      </p:ext>
    </p:extLst>
  </p:cmAuthor>
  <p:cmAuthor id="3" name="l91bmaph" initials="MP" lastIdx="4" clrIdx="2">
    <p:extLst>
      <p:ext uri="{19B8F6BF-5375-455C-9EA6-DF929625EA0E}">
        <p15:presenceInfo xmlns:p15="http://schemas.microsoft.com/office/powerpoint/2012/main" userId="S::l91bmaph@unibw.de::b22dd457-8a0a-4d4a-8776-8ec05583473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295E"/>
    <a:srgbClr val="70AD47"/>
    <a:srgbClr val="CBCCD2"/>
    <a:srgbClr val="D0CECE"/>
    <a:srgbClr val="000000"/>
    <a:srgbClr val="EC7405"/>
    <a:srgbClr val="0D3183"/>
    <a:srgbClr val="E7E7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80" autoAdjust="0"/>
    <p:restoredTop sz="93216" autoAdjust="0"/>
  </p:normalViewPr>
  <p:slideViewPr>
    <p:cSldViewPr snapToGrid="0">
      <p:cViewPr varScale="1">
        <p:scale>
          <a:sx n="106" d="100"/>
          <a:sy n="106" d="100"/>
        </p:scale>
        <p:origin x="62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erine Chen" userId="9fe5f29057b40cb6" providerId="LiveId" clId="{CBCC9185-C8F1-4238-98BE-D96EE7F3DB72}"/>
    <pc:docChg chg="undo redo custSel addSld delSld modSld sldOrd modSection">
      <pc:chgData name="Katherine Chen" userId="9fe5f29057b40cb6" providerId="LiveId" clId="{CBCC9185-C8F1-4238-98BE-D96EE7F3DB72}" dt="2025-09-11T14:10:58.413" v="3059" actId="47"/>
      <pc:docMkLst>
        <pc:docMk/>
      </pc:docMkLst>
      <pc:sldChg chg="add del ord">
        <pc:chgData name="Katherine Chen" userId="9fe5f29057b40cb6" providerId="LiveId" clId="{CBCC9185-C8F1-4238-98BE-D96EE7F3DB72}" dt="2025-09-11T11:24:12.795" v="1363" actId="47"/>
        <pc:sldMkLst>
          <pc:docMk/>
          <pc:sldMk cId="863041023" sldId="299"/>
        </pc:sldMkLst>
      </pc:sldChg>
      <pc:sldChg chg="addSp modSp mod">
        <pc:chgData name="Katherine Chen" userId="9fe5f29057b40cb6" providerId="LiveId" clId="{CBCC9185-C8F1-4238-98BE-D96EE7F3DB72}" dt="2025-09-11T12:45:52.080" v="2301" actId="20577"/>
        <pc:sldMkLst>
          <pc:docMk/>
          <pc:sldMk cId="2309083162" sldId="373"/>
        </pc:sldMkLst>
        <pc:spChg chg="mod">
          <ac:chgData name="Katherine Chen" userId="9fe5f29057b40cb6" providerId="LiveId" clId="{CBCC9185-C8F1-4238-98BE-D96EE7F3DB72}" dt="2025-09-11T12:41:33.189" v="2110" actId="20577"/>
          <ac:spMkLst>
            <pc:docMk/>
            <pc:sldMk cId="2309083162" sldId="373"/>
            <ac:spMk id="2" creationId="{B8840D52-C393-4040-B060-B205B230A8C5}"/>
          </ac:spMkLst>
        </pc:spChg>
        <pc:spChg chg="add mod">
          <ac:chgData name="Katherine Chen" userId="9fe5f29057b40cb6" providerId="LiveId" clId="{CBCC9185-C8F1-4238-98BE-D96EE7F3DB72}" dt="2025-09-11T12:45:52.080" v="2301" actId="20577"/>
          <ac:spMkLst>
            <pc:docMk/>
            <pc:sldMk cId="2309083162" sldId="373"/>
            <ac:spMk id="3" creationId="{5AA07A16-1A6B-4905-8D0D-C27CD0367A91}"/>
          </ac:spMkLst>
        </pc:spChg>
      </pc:sldChg>
      <pc:sldChg chg="addSp delSp modSp new mod ord">
        <pc:chgData name="Katherine Chen" userId="9fe5f29057b40cb6" providerId="LiveId" clId="{CBCC9185-C8F1-4238-98BE-D96EE7F3DB72}" dt="2025-09-11T11:55:28.520" v="1703" actId="20577"/>
        <pc:sldMkLst>
          <pc:docMk/>
          <pc:sldMk cId="13606722" sldId="402"/>
        </pc:sldMkLst>
        <pc:spChg chg="mod">
          <ac:chgData name="Katherine Chen" userId="9fe5f29057b40cb6" providerId="LiveId" clId="{CBCC9185-C8F1-4238-98BE-D96EE7F3DB72}" dt="2025-09-11T11:55:28.520" v="1703" actId="20577"/>
          <ac:spMkLst>
            <pc:docMk/>
            <pc:sldMk cId="13606722" sldId="402"/>
            <ac:spMk id="2" creationId="{BAD1C279-0ED1-45D3-A756-39D19514D70E}"/>
          </ac:spMkLst>
        </pc:spChg>
        <pc:spChg chg="mod">
          <ac:chgData name="Katherine Chen" userId="9fe5f29057b40cb6" providerId="LiveId" clId="{CBCC9185-C8F1-4238-98BE-D96EE7F3DB72}" dt="2025-09-11T09:10:39.718" v="765" actId="20577"/>
          <ac:spMkLst>
            <pc:docMk/>
            <pc:sldMk cId="13606722" sldId="402"/>
            <ac:spMk id="3" creationId="{CD08C9CC-9326-4BD5-BD34-60F83C43FBDE}"/>
          </ac:spMkLst>
        </pc:spChg>
        <pc:spChg chg="add mod">
          <ac:chgData name="Katherine Chen" userId="9fe5f29057b40cb6" providerId="LiveId" clId="{CBCC9185-C8F1-4238-98BE-D96EE7F3DB72}" dt="2025-09-11T09:05:40.256" v="663" actId="14100"/>
          <ac:spMkLst>
            <pc:docMk/>
            <pc:sldMk cId="13606722" sldId="402"/>
            <ac:spMk id="6" creationId="{6D1F8955-632E-4A32-A39F-79F76F4EA30A}"/>
          </ac:spMkLst>
        </pc:spChg>
        <pc:picChg chg="add mod">
          <ac:chgData name="Katherine Chen" userId="9fe5f29057b40cb6" providerId="LiveId" clId="{CBCC9185-C8F1-4238-98BE-D96EE7F3DB72}" dt="2025-09-10T17:17:24" v="320" actId="1076"/>
          <ac:picMkLst>
            <pc:docMk/>
            <pc:sldMk cId="13606722" sldId="402"/>
            <ac:picMk id="5" creationId="{B919BCF8-701F-4FAA-BFB9-59E83334B492}"/>
          </ac:picMkLst>
        </pc:picChg>
        <pc:picChg chg="add mod">
          <ac:chgData name="Katherine Chen" userId="9fe5f29057b40cb6" providerId="LiveId" clId="{CBCC9185-C8F1-4238-98BE-D96EE7F3DB72}" dt="2025-09-11T09:46:10.372" v="904" actId="1076"/>
          <ac:picMkLst>
            <pc:docMk/>
            <pc:sldMk cId="13606722" sldId="402"/>
            <ac:picMk id="13" creationId="{9C9E2DE9-EFF0-472F-98A7-4D86794E96F3}"/>
          </ac:picMkLst>
        </pc:picChg>
        <pc:picChg chg="add mod">
          <ac:chgData name="Katherine Chen" userId="9fe5f29057b40cb6" providerId="LiveId" clId="{CBCC9185-C8F1-4238-98BE-D96EE7F3DB72}" dt="2025-09-11T09:46:28.259" v="909" actId="1076"/>
          <ac:picMkLst>
            <pc:docMk/>
            <pc:sldMk cId="13606722" sldId="402"/>
            <ac:picMk id="15" creationId="{C2F0F99B-E868-4EFA-9BFF-A161E5261F7A}"/>
          </ac:picMkLst>
        </pc:picChg>
      </pc:sldChg>
      <pc:sldChg chg="modSp new del mod ord">
        <pc:chgData name="Katherine Chen" userId="9fe5f29057b40cb6" providerId="LiveId" clId="{CBCC9185-C8F1-4238-98BE-D96EE7F3DB72}" dt="2025-09-11T12:24:14.837" v="2004" actId="47"/>
        <pc:sldMkLst>
          <pc:docMk/>
          <pc:sldMk cId="601502982" sldId="403"/>
        </pc:sldMkLst>
      </pc:sldChg>
      <pc:sldChg chg="addSp modSp new mod ord">
        <pc:chgData name="Katherine Chen" userId="9fe5f29057b40cb6" providerId="LiveId" clId="{CBCC9185-C8F1-4238-98BE-D96EE7F3DB72}" dt="2025-09-11T13:54:30.631" v="2828" actId="1076"/>
        <pc:sldMkLst>
          <pc:docMk/>
          <pc:sldMk cId="1612915977" sldId="404"/>
        </pc:sldMkLst>
      </pc:sldChg>
      <pc:sldChg chg="modSp add mod">
        <pc:chgData name="Katherine Chen" userId="9fe5f29057b40cb6" providerId="LiveId" clId="{CBCC9185-C8F1-4238-98BE-D96EE7F3DB72}" dt="2025-09-11T11:03:33.416" v="1081" actId="207"/>
        <pc:sldMkLst>
          <pc:docMk/>
          <pc:sldMk cId="1501358178" sldId="405"/>
        </pc:sldMkLst>
        <pc:graphicFrameChg chg="mod modGraphic">
          <ac:chgData name="Katherine Chen" userId="9fe5f29057b40cb6" providerId="LiveId" clId="{CBCC9185-C8F1-4238-98BE-D96EE7F3DB72}" dt="2025-09-11T11:03:33.416" v="1081" actId="207"/>
          <ac:graphicFrameMkLst>
            <pc:docMk/>
            <pc:sldMk cId="1501358178" sldId="405"/>
            <ac:graphicFrameMk id="5" creationId="{A80A9A67-5E10-4DAE-8460-5FC9C0BB5C39}"/>
          </ac:graphicFrameMkLst>
        </pc:graphicFrameChg>
        <pc:cxnChg chg="mod">
          <ac:chgData name="Katherine Chen" userId="9fe5f29057b40cb6" providerId="LiveId" clId="{CBCC9185-C8F1-4238-98BE-D96EE7F3DB72}" dt="2025-09-10T14:26:45.711" v="290" actId="1076"/>
          <ac:cxnSpMkLst>
            <pc:docMk/>
            <pc:sldMk cId="1501358178" sldId="405"/>
            <ac:cxnSpMk id="4" creationId="{8101BF47-8970-4E7C-8E3F-65E6245326E4}"/>
          </ac:cxnSpMkLst>
        </pc:cxnChg>
      </pc:sldChg>
      <pc:sldChg chg="addSp delSp modSp new mod">
        <pc:chgData name="Katherine Chen" userId="9fe5f29057b40cb6" providerId="LiveId" clId="{CBCC9185-C8F1-4238-98BE-D96EE7F3DB72}" dt="2025-09-10T17:14:59.707" v="309" actId="478"/>
        <pc:sldMkLst>
          <pc:docMk/>
          <pc:sldMk cId="2299019299" sldId="406"/>
        </pc:sldMkLst>
        <pc:spChg chg="mod">
          <ac:chgData name="Katherine Chen" userId="9fe5f29057b40cb6" providerId="LiveId" clId="{CBCC9185-C8F1-4238-98BE-D96EE7F3DB72}" dt="2025-09-10T14:28:32.906" v="305" actId="20577"/>
          <ac:spMkLst>
            <pc:docMk/>
            <pc:sldMk cId="2299019299" sldId="406"/>
            <ac:spMk id="2" creationId="{E4214AE7-A65A-4E42-8919-ED1004F3BAD1}"/>
          </ac:spMkLst>
        </pc:spChg>
        <pc:spChg chg="add mod">
          <ac:chgData name="Katherine Chen" userId="9fe5f29057b40cb6" providerId="LiveId" clId="{CBCC9185-C8F1-4238-98BE-D96EE7F3DB72}" dt="2025-09-10T17:14:55.552" v="308" actId="1076"/>
          <ac:spMkLst>
            <pc:docMk/>
            <pc:sldMk cId="2299019299" sldId="406"/>
            <ac:spMk id="4" creationId="{45CF3754-1037-4084-8C42-4D12ED683C17}"/>
          </ac:spMkLst>
        </pc:spChg>
        <pc:spChg chg="add mod">
          <ac:chgData name="Katherine Chen" userId="9fe5f29057b40cb6" providerId="LiveId" clId="{CBCC9185-C8F1-4238-98BE-D96EE7F3DB72}" dt="2025-09-10T17:14:55.552" v="308" actId="1076"/>
          <ac:spMkLst>
            <pc:docMk/>
            <pc:sldMk cId="2299019299" sldId="406"/>
            <ac:spMk id="8" creationId="{51F2682F-B080-4FDD-B22D-E0D40F85594F}"/>
          </ac:spMkLst>
        </pc:spChg>
        <pc:spChg chg="add mod">
          <ac:chgData name="Katherine Chen" userId="9fe5f29057b40cb6" providerId="LiveId" clId="{CBCC9185-C8F1-4238-98BE-D96EE7F3DB72}" dt="2025-09-10T17:14:55.552" v="308" actId="1076"/>
          <ac:spMkLst>
            <pc:docMk/>
            <pc:sldMk cId="2299019299" sldId="406"/>
            <ac:spMk id="9" creationId="{8DE889E4-33B2-4CCB-8C9A-AD8F459C7BFC}"/>
          </ac:spMkLst>
        </pc:spChg>
        <pc:spChg chg="add mod">
          <ac:chgData name="Katherine Chen" userId="9fe5f29057b40cb6" providerId="LiveId" clId="{CBCC9185-C8F1-4238-98BE-D96EE7F3DB72}" dt="2025-09-10T17:14:55.552" v="308" actId="1076"/>
          <ac:spMkLst>
            <pc:docMk/>
            <pc:sldMk cId="2299019299" sldId="406"/>
            <ac:spMk id="10" creationId="{9BB81C1D-56E4-4141-AD1E-043283B0BDCF}"/>
          </ac:spMkLst>
        </pc:spChg>
        <pc:spChg chg="add mod">
          <ac:chgData name="Katherine Chen" userId="9fe5f29057b40cb6" providerId="LiveId" clId="{CBCC9185-C8F1-4238-98BE-D96EE7F3DB72}" dt="2025-09-10T17:14:55.552" v="308" actId="1076"/>
          <ac:spMkLst>
            <pc:docMk/>
            <pc:sldMk cId="2299019299" sldId="406"/>
            <ac:spMk id="11" creationId="{5AA7D1E1-558A-4131-9464-4A65F78A1F3A}"/>
          </ac:spMkLst>
        </pc:spChg>
        <pc:spChg chg="add mod">
          <ac:chgData name="Katherine Chen" userId="9fe5f29057b40cb6" providerId="LiveId" clId="{CBCC9185-C8F1-4238-98BE-D96EE7F3DB72}" dt="2025-09-10T17:14:55.552" v="308" actId="1076"/>
          <ac:spMkLst>
            <pc:docMk/>
            <pc:sldMk cId="2299019299" sldId="406"/>
            <ac:spMk id="12" creationId="{DA50DD1E-B8F7-45B8-BEE5-0019FD9645F1}"/>
          </ac:spMkLst>
        </pc:spChg>
        <pc:spChg chg="add mod">
          <ac:chgData name="Katherine Chen" userId="9fe5f29057b40cb6" providerId="LiveId" clId="{CBCC9185-C8F1-4238-98BE-D96EE7F3DB72}" dt="2025-09-10T17:14:55.552" v="308" actId="1076"/>
          <ac:spMkLst>
            <pc:docMk/>
            <pc:sldMk cId="2299019299" sldId="406"/>
            <ac:spMk id="18" creationId="{B0BFD8A0-E818-490C-95E9-31C3BE7FCC85}"/>
          </ac:spMkLst>
        </pc:sp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5" creationId="{1044CE7F-9079-4EBB-9383-4A7AA76299E6}"/>
          </ac:cxnSpMkLst>
        </pc:cxn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6" creationId="{A081ABCC-7814-4F74-B59B-D38F137739D1}"/>
          </ac:cxnSpMkLst>
        </pc:cxn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7" creationId="{17C9D9F4-C97F-4D1E-8072-A5B81729FF8F}"/>
          </ac:cxnSpMkLst>
        </pc:cxn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13" creationId="{E787948B-4AB9-49F6-87AF-46DEE3946A90}"/>
          </ac:cxnSpMkLst>
        </pc:cxn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14" creationId="{B5F2E5E7-275C-4E96-9D88-D2B8EFB0894B}"/>
          </ac:cxnSpMkLst>
        </pc:cxn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15" creationId="{C69359F5-D9DC-4C39-94F1-D31BA5F6FE96}"/>
          </ac:cxnSpMkLst>
        </pc:cxn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16" creationId="{C2EDD28B-92A6-421E-8B4E-17A0CDBAFC1B}"/>
          </ac:cxnSpMkLst>
        </pc:cxnChg>
        <pc:cxnChg chg="add mod">
          <ac:chgData name="Katherine Chen" userId="9fe5f29057b40cb6" providerId="LiveId" clId="{CBCC9185-C8F1-4238-98BE-D96EE7F3DB72}" dt="2025-09-10T17:14:55.552" v="308" actId="1076"/>
          <ac:cxnSpMkLst>
            <pc:docMk/>
            <pc:sldMk cId="2299019299" sldId="406"/>
            <ac:cxnSpMk id="17" creationId="{CA00B326-3F2B-4E69-A390-7348AA12B2AC}"/>
          </ac:cxnSpMkLst>
        </pc:cxnChg>
      </pc:sldChg>
      <pc:sldChg chg="addSp delSp modSp add mod">
        <pc:chgData name="Katherine Chen" userId="9fe5f29057b40cb6" providerId="LiveId" clId="{CBCC9185-C8F1-4238-98BE-D96EE7F3DB72}" dt="2025-09-11T11:55:15.108" v="1697" actId="20577"/>
        <pc:sldMkLst>
          <pc:docMk/>
          <pc:sldMk cId="4213318267" sldId="407"/>
        </pc:sldMkLst>
        <pc:spChg chg="mod">
          <ac:chgData name="Katherine Chen" userId="9fe5f29057b40cb6" providerId="LiveId" clId="{CBCC9185-C8F1-4238-98BE-D96EE7F3DB72}" dt="2025-09-11T11:55:15.108" v="1697" actId="20577"/>
          <ac:spMkLst>
            <pc:docMk/>
            <pc:sldMk cId="4213318267" sldId="407"/>
            <ac:spMk id="2" creationId="{BAD1C279-0ED1-45D3-A756-39D19514D70E}"/>
          </ac:spMkLst>
        </pc:spChg>
        <pc:spChg chg="mod">
          <ac:chgData name="Katherine Chen" userId="9fe5f29057b40cb6" providerId="LiveId" clId="{CBCC9185-C8F1-4238-98BE-D96EE7F3DB72}" dt="2025-09-11T09:52:44.440" v="989" actId="27636"/>
          <ac:spMkLst>
            <pc:docMk/>
            <pc:sldMk cId="4213318267" sldId="407"/>
            <ac:spMk id="3" creationId="{CD08C9CC-9326-4BD5-BD34-60F83C43FBDE}"/>
          </ac:spMkLst>
        </pc:spChg>
        <pc:spChg chg="add mod">
          <ac:chgData name="Katherine Chen" userId="9fe5f29057b40cb6" providerId="LiveId" clId="{CBCC9185-C8F1-4238-98BE-D96EE7F3DB72}" dt="2025-09-11T09:32:16.532" v="889" actId="108"/>
          <ac:spMkLst>
            <pc:docMk/>
            <pc:sldMk cId="4213318267" sldId="407"/>
            <ac:spMk id="4" creationId="{98EF345C-D555-4B1B-A46A-5254F443D96C}"/>
          </ac:spMkLst>
        </pc:spChg>
        <pc:picChg chg="add mod">
          <ac:chgData name="Katherine Chen" userId="9fe5f29057b40cb6" providerId="LiveId" clId="{CBCC9185-C8F1-4238-98BE-D96EE7F3DB72}" dt="2025-09-11T09:50:34.936" v="933" actId="1076"/>
          <ac:picMkLst>
            <pc:docMk/>
            <pc:sldMk cId="4213318267" sldId="407"/>
            <ac:picMk id="10" creationId="{6FDDDB16-B43C-465B-A8E6-122A0648B6CB}"/>
          </ac:picMkLst>
        </pc:picChg>
        <pc:picChg chg="add mod">
          <ac:chgData name="Katherine Chen" userId="9fe5f29057b40cb6" providerId="LiveId" clId="{CBCC9185-C8F1-4238-98BE-D96EE7F3DB72}" dt="2025-09-11T09:51:53.647" v="936" actId="1076"/>
          <ac:picMkLst>
            <pc:docMk/>
            <pc:sldMk cId="4213318267" sldId="407"/>
            <ac:picMk id="12" creationId="{AC798D36-F328-4201-9701-00E0401BCB63}"/>
          </ac:picMkLst>
        </pc:picChg>
      </pc:sldChg>
      <pc:sldChg chg="addSp modSp add mod">
        <pc:chgData name="Katherine Chen" userId="9fe5f29057b40cb6" providerId="LiveId" clId="{CBCC9185-C8F1-4238-98BE-D96EE7F3DB72}" dt="2025-09-11T11:23:46.062" v="1362" actId="15"/>
        <pc:sldMkLst>
          <pc:docMk/>
          <pc:sldMk cId="3186007566" sldId="408"/>
        </pc:sldMkLst>
        <pc:spChg chg="mod">
          <ac:chgData name="Katherine Chen" userId="9fe5f29057b40cb6" providerId="LiveId" clId="{CBCC9185-C8F1-4238-98BE-D96EE7F3DB72}" dt="2025-09-10T17:20:56.095" v="377" actId="20577"/>
          <ac:spMkLst>
            <pc:docMk/>
            <pc:sldMk cId="3186007566" sldId="408"/>
            <ac:spMk id="2" creationId="{BAD1C279-0ED1-45D3-A756-39D19514D70E}"/>
          </ac:spMkLst>
        </pc:spChg>
        <pc:spChg chg="mod">
          <ac:chgData name="Katherine Chen" userId="9fe5f29057b40cb6" providerId="LiveId" clId="{CBCC9185-C8F1-4238-98BE-D96EE7F3DB72}" dt="2025-09-11T11:23:46.062" v="1362" actId="15"/>
          <ac:spMkLst>
            <pc:docMk/>
            <pc:sldMk cId="3186007566" sldId="408"/>
            <ac:spMk id="3" creationId="{CD08C9CC-9326-4BD5-BD34-60F83C43FBDE}"/>
          </ac:spMkLst>
        </pc:spChg>
        <pc:spChg chg="mod">
          <ac:chgData name="Katherine Chen" userId="9fe5f29057b40cb6" providerId="LiveId" clId="{CBCC9185-C8F1-4238-98BE-D96EE7F3DB72}" dt="2025-09-11T11:08:26.976" v="1095" actId="14100"/>
          <ac:spMkLst>
            <pc:docMk/>
            <pc:sldMk cId="3186007566" sldId="408"/>
            <ac:spMk id="6" creationId="{6D1F8955-632E-4A32-A39F-79F76F4EA30A}"/>
          </ac:spMkLst>
        </pc:spChg>
        <pc:spChg chg="add mod">
          <ac:chgData name="Katherine Chen" userId="9fe5f29057b40cb6" providerId="LiveId" clId="{CBCC9185-C8F1-4238-98BE-D96EE7F3DB72}" dt="2025-09-11T11:09:13.511" v="1194" actId="164"/>
          <ac:spMkLst>
            <pc:docMk/>
            <pc:sldMk cId="3186007566" sldId="408"/>
            <ac:spMk id="8" creationId="{A48A5E60-1EDF-4960-A50D-4F060B759489}"/>
          </ac:spMkLst>
        </pc:spChg>
        <pc:spChg chg="add mod">
          <ac:chgData name="Katherine Chen" userId="9fe5f29057b40cb6" providerId="LiveId" clId="{CBCC9185-C8F1-4238-98BE-D96EE7F3DB72}" dt="2025-09-11T11:08:44.810" v="1096"/>
          <ac:spMkLst>
            <pc:docMk/>
            <pc:sldMk cId="3186007566" sldId="408"/>
            <ac:spMk id="9" creationId="{07480BD0-DD93-4285-9A35-E1D346846918}"/>
          </ac:spMkLst>
        </pc:spChg>
        <pc:grpChg chg="add mod">
          <ac:chgData name="Katherine Chen" userId="9fe5f29057b40cb6" providerId="LiveId" clId="{CBCC9185-C8F1-4238-98BE-D96EE7F3DB72}" dt="2025-09-11T11:22:38.612" v="1281" actId="1076"/>
          <ac:grpSpMkLst>
            <pc:docMk/>
            <pc:sldMk cId="3186007566" sldId="408"/>
            <ac:grpSpMk id="4" creationId="{FB4BA8FB-0032-44E5-9D3C-36801A129A3E}"/>
          </ac:grpSpMkLst>
        </pc:grpChg>
        <pc:picChg chg="add mod">
          <ac:chgData name="Katherine Chen" userId="9fe5f29057b40cb6" providerId="LiveId" clId="{CBCC9185-C8F1-4238-98BE-D96EE7F3DB72}" dt="2025-09-11T11:09:13.511" v="1194" actId="164"/>
          <ac:picMkLst>
            <pc:docMk/>
            <pc:sldMk cId="3186007566" sldId="408"/>
            <ac:picMk id="7" creationId="{52AA12B0-9FA9-4A31-B9A0-B01E9ACCF01B}"/>
          </ac:picMkLst>
        </pc:picChg>
        <pc:picChg chg="add mod">
          <ac:chgData name="Katherine Chen" userId="9fe5f29057b40cb6" providerId="LiveId" clId="{CBCC9185-C8F1-4238-98BE-D96EE7F3DB72}" dt="2025-09-11T11:20:29.201" v="1205" actId="1076"/>
          <ac:picMkLst>
            <pc:docMk/>
            <pc:sldMk cId="3186007566" sldId="408"/>
            <ac:picMk id="11" creationId="{83082E2C-8B7A-4619-8F3B-DDB16DA56FFC}"/>
          </ac:picMkLst>
        </pc:picChg>
        <pc:picChg chg="add mod">
          <ac:chgData name="Katherine Chen" userId="9fe5f29057b40cb6" providerId="LiveId" clId="{CBCC9185-C8F1-4238-98BE-D96EE7F3DB72}" dt="2025-09-11T11:23:35.342" v="1358" actId="1036"/>
          <ac:picMkLst>
            <pc:docMk/>
            <pc:sldMk cId="3186007566" sldId="408"/>
            <ac:picMk id="13" creationId="{59929281-1DE3-4A53-8B01-DE6790F1C4BE}"/>
          </ac:picMkLst>
        </pc:picChg>
      </pc:sldChg>
      <pc:sldChg chg="modSp add mod ord">
        <pc:chgData name="Katherine Chen" userId="9fe5f29057b40cb6" providerId="LiveId" clId="{CBCC9185-C8F1-4238-98BE-D96EE7F3DB72}" dt="2025-09-10T17:23:25.548" v="538" actId="20577"/>
        <pc:sldMkLst>
          <pc:docMk/>
          <pc:sldMk cId="1768983335" sldId="409"/>
        </pc:sldMkLst>
      </pc:sldChg>
      <pc:sldChg chg="addSp delSp modSp add mod">
        <pc:chgData name="Katherine Chen" userId="9fe5f29057b40cb6" providerId="LiveId" clId="{CBCC9185-C8F1-4238-98BE-D96EE7F3DB72}" dt="2025-09-11T11:55:22.793" v="1701" actId="20577"/>
        <pc:sldMkLst>
          <pc:docMk/>
          <pc:sldMk cId="2363785123" sldId="410"/>
        </pc:sldMkLst>
        <pc:spChg chg="mod">
          <ac:chgData name="Katherine Chen" userId="9fe5f29057b40cb6" providerId="LiveId" clId="{CBCC9185-C8F1-4238-98BE-D96EE7F3DB72}" dt="2025-09-11T11:55:22.793" v="1701" actId="20577"/>
          <ac:spMkLst>
            <pc:docMk/>
            <pc:sldMk cId="2363785123" sldId="410"/>
            <ac:spMk id="2" creationId="{BAD1C279-0ED1-45D3-A756-39D19514D70E}"/>
          </ac:spMkLst>
        </pc:spChg>
        <pc:spChg chg="mod">
          <ac:chgData name="Katherine Chen" userId="9fe5f29057b40cb6" providerId="LiveId" clId="{CBCC9185-C8F1-4238-98BE-D96EE7F3DB72}" dt="2025-09-11T09:05:47.890" v="664" actId="14100"/>
          <ac:spMkLst>
            <pc:docMk/>
            <pc:sldMk cId="2363785123" sldId="410"/>
            <ac:spMk id="6" creationId="{6D1F8955-632E-4A32-A39F-79F76F4EA30A}"/>
          </ac:spMkLst>
        </pc:spChg>
        <pc:spChg chg="add mod">
          <ac:chgData name="Katherine Chen" userId="9fe5f29057b40cb6" providerId="LiveId" clId="{CBCC9185-C8F1-4238-98BE-D96EE7F3DB72}" dt="2025-09-11T09:08:48.681" v="710" actId="208"/>
          <ac:spMkLst>
            <pc:docMk/>
            <pc:sldMk cId="2363785123" sldId="410"/>
            <ac:spMk id="12" creationId="{790F8E3A-9902-4B57-97EE-9DDBA49CAAE1}"/>
          </ac:spMkLst>
        </pc:spChg>
        <pc:spChg chg="add mod ord">
          <ac:chgData name="Katherine Chen" userId="9fe5f29057b40cb6" providerId="LiveId" clId="{CBCC9185-C8F1-4238-98BE-D96EE7F3DB72}" dt="2025-09-11T09:18:07.765" v="855" actId="2085"/>
          <ac:spMkLst>
            <pc:docMk/>
            <pc:sldMk cId="2363785123" sldId="410"/>
            <ac:spMk id="18" creationId="{4BBD08D6-176F-416F-AF2C-D98A96E9FF97}"/>
          </ac:spMkLst>
        </pc:spChg>
        <pc:spChg chg="add mod">
          <ac:chgData name="Katherine Chen" userId="9fe5f29057b40cb6" providerId="LiveId" clId="{CBCC9185-C8F1-4238-98BE-D96EE7F3DB72}" dt="2025-09-11T09:17:04.125" v="840" actId="208"/>
          <ac:spMkLst>
            <pc:docMk/>
            <pc:sldMk cId="2363785123" sldId="410"/>
            <ac:spMk id="20" creationId="{EC89B6BA-B691-43B6-8BC5-996176780E87}"/>
          </ac:spMkLst>
        </pc:spChg>
        <pc:spChg chg="add mod">
          <ac:chgData name="Katherine Chen" userId="9fe5f29057b40cb6" providerId="LiveId" clId="{CBCC9185-C8F1-4238-98BE-D96EE7F3DB72}" dt="2025-09-11T09:17:06.939" v="841" actId="208"/>
          <ac:spMkLst>
            <pc:docMk/>
            <pc:sldMk cId="2363785123" sldId="410"/>
            <ac:spMk id="21" creationId="{9BEA3124-0605-41C5-A8D9-F37E8F3E2EB1}"/>
          </ac:spMkLst>
        </pc:spChg>
        <pc:spChg chg="add mod">
          <ac:chgData name="Katherine Chen" userId="9fe5f29057b40cb6" providerId="LiveId" clId="{CBCC9185-C8F1-4238-98BE-D96EE7F3DB72}" dt="2025-09-11T09:18:27.568" v="869" actId="1035"/>
          <ac:spMkLst>
            <pc:docMk/>
            <pc:sldMk cId="2363785123" sldId="410"/>
            <ac:spMk id="22" creationId="{201B17B7-D949-4039-A97D-AE595D6D5612}"/>
          </ac:spMkLst>
        </pc:spChg>
        <pc:spChg chg="add mod">
          <ac:chgData name="Katherine Chen" userId="9fe5f29057b40cb6" providerId="LiveId" clId="{CBCC9185-C8F1-4238-98BE-D96EE7F3DB72}" dt="2025-09-11T09:57:23.787" v="1036" actId="20577"/>
          <ac:spMkLst>
            <pc:docMk/>
            <pc:sldMk cId="2363785123" sldId="410"/>
            <ac:spMk id="30" creationId="{82FDD722-A936-4773-A4E0-224FDACBE5A5}"/>
          </ac:spMkLst>
        </pc:spChg>
        <pc:picChg chg="add mod ord">
          <ac:chgData name="Katherine Chen" userId="9fe5f29057b40cb6" providerId="LiveId" clId="{CBCC9185-C8F1-4238-98BE-D96EE7F3DB72}" dt="2025-09-11T09:56:36.801" v="1007" actId="14100"/>
          <ac:picMkLst>
            <pc:docMk/>
            <pc:sldMk cId="2363785123" sldId="410"/>
            <ac:picMk id="24" creationId="{D358BF49-7ABF-4DDC-B27D-6C2F2FFEF374}"/>
          </ac:picMkLst>
        </pc:picChg>
        <pc:picChg chg="add mod ord">
          <ac:chgData name="Katherine Chen" userId="9fe5f29057b40cb6" providerId="LiveId" clId="{CBCC9185-C8F1-4238-98BE-D96EE7F3DB72}" dt="2025-09-11T09:49:09.500" v="927" actId="1038"/>
          <ac:picMkLst>
            <pc:docMk/>
            <pc:sldMk cId="2363785123" sldId="410"/>
            <ac:picMk id="26" creationId="{E1D6A62E-7D4B-459D-98C0-534B23FCB3A9}"/>
          </ac:picMkLst>
        </pc:picChg>
        <pc:cxnChg chg="add mod">
          <ac:chgData name="Katherine Chen" userId="9fe5f29057b40cb6" providerId="LiveId" clId="{CBCC9185-C8F1-4238-98BE-D96EE7F3DB72}" dt="2025-09-11T09:09:09.296" v="712" actId="108"/>
          <ac:cxnSpMkLst>
            <pc:docMk/>
            <pc:sldMk cId="2363785123" sldId="410"/>
            <ac:cxnSpMk id="14" creationId="{C9F6077E-1B45-485B-A660-0E703DC2826C}"/>
          </ac:cxnSpMkLst>
        </pc:cxnChg>
        <pc:cxnChg chg="add mod">
          <ac:chgData name="Katherine Chen" userId="9fe5f29057b40cb6" providerId="LiveId" clId="{CBCC9185-C8F1-4238-98BE-D96EE7F3DB72}" dt="2025-09-11T09:09:19.293" v="715" actId="14100"/>
          <ac:cxnSpMkLst>
            <pc:docMk/>
            <pc:sldMk cId="2363785123" sldId="410"/>
            <ac:cxnSpMk id="15" creationId="{D2D13B23-9DB6-45F4-B151-5DA85FCF131F}"/>
          </ac:cxnSpMkLst>
        </pc:cxnChg>
      </pc:sldChg>
      <pc:sldChg chg="addSp delSp modSp add mod">
        <pc:chgData name="Katherine Chen" userId="9fe5f29057b40cb6" providerId="LiveId" clId="{CBCC9185-C8F1-4238-98BE-D96EE7F3DB72}" dt="2025-09-11T13:16:54.779" v="2467" actId="13238"/>
        <pc:sldMkLst>
          <pc:docMk/>
          <pc:sldMk cId="1867452888" sldId="411"/>
        </pc:sldMkLst>
        <pc:spChg chg="mod">
          <ac:chgData name="Katherine Chen" userId="9fe5f29057b40cb6" providerId="LiveId" clId="{CBCC9185-C8F1-4238-98BE-D96EE7F3DB72}" dt="2025-09-11T11:55:19.361" v="1699" actId="20577"/>
          <ac:spMkLst>
            <pc:docMk/>
            <pc:sldMk cId="1867452888" sldId="411"/>
            <ac:spMk id="2" creationId="{BAD1C279-0ED1-45D3-A756-39D19514D70E}"/>
          </ac:spMkLst>
        </pc:spChg>
        <pc:spChg chg="add mod">
          <ac:chgData name="Katherine Chen" userId="9fe5f29057b40cb6" providerId="LiveId" clId="{CBCC9185-C8F1-4238-98BE-D96EE7F3DB72}" dt="2025-09-11T09:59:36.272" v="1080"/>
          <ac:spMkLst>
            <pc:docMk/>
            <pc:sldMk cId="1867452888" sldId="411"/>
            <ac:spMk id="16" creationId="{13A08EC6-E919-45AF-AA84-5371910F0983}"/>
          </ac:spMkLst>
        </pc:spChg>
        <pc:graphicFrameChg chg="mod modGraphic">
          <ac:chgData name="Katherine Chen" userId="9fe5f29057b40cb6" providerId="LiveId" clId="{CBCC9185-C8F1-4238-98BE-D96EE7F3DB72}" dt="2025-09-11T13:16:54.779" v="2467" actId="13238"/>
          <ac:graphicFrameMkLst>
            <pc:docMk/>
            <pc:sldMk cId="1867452888" sldId="411"/>
            <ac:graphicFrameMk id="27" creationId="{941D133D-6B3D-474F-9455-DF9AC9810EFA}"/>
          </ac:graphicFrameMkLst>
        </pc:graphicFrameChg>
      </pc:sldChg>
      <pc:sldChg chg="add del">
        <pc:chgData name="Katherine Chen" userId="9fe5f29057b40cb6" providerId="LiveId" clId="{CBCC9185-C8F1-4238-98BE-D96EE7F3DB72}" dt="2025-09-11T11:24:36.664" v="1371" actId="47"/>
        <pc:sldMkLst>
          <pc:docMk/>
          <pc:sldMk cId="1264271303" sldId="412"/>
        </pc:sldMkLst>
      </pc:sldChg>
      <pc:sldChg chg="addSp delSp modSp add del mod">
        <pc:chgData name="Katherine Chen" userId="9fe5f29057b40cb6" providerId="LiveId" clId="{CBCC9185-C8F1-4238-98BE-D96EE7F3DB72}" dt="2025-09-11T13:16:43.875" v="2466" actId="13238"/>
        <pc:sldMkLst>
          <pc:docMk/>
          <pc:sldMk cId="3880307037" sldId="413"/>
        </pc:sldMkLst>
        <pc:spChg chg="mod">
          <ac:chgData name="Katherine Chen" userId="9fe5f29057b40cb6" providerId="LiveId" clId="{CBCC9185-C8F1-4238-98BE-D96EE7F3DB72}" dt="2025-09-11T12:46:16.545" v="2302" actId="113"/>
          <ac:spMkLst>
            <pc:docMk/>
            <pc:sldMk cId="3880307037" sldId="413"/>
            <ac:spMk id="3" creationId="{CD08C9CC-9326-4BD5-BD34-60F83C43FBDE}"/>
          </ac:spMkLst>
        </pc:spChg>
        <pc:spChg chg="add mod">
          <ac:chgData name="Katherine Chen" userId="9fe5f29057b40cb6" providerId="LiveId" clId="{CBCC9185-C8F1-4238-98BE-D96EE7F3DB72}" dt="2025-09-11T11:24:49.686" v="1373"/>
          <ac:spMkLst>
            <pc:docMk/>
            <pc:sldMk cId="3880307037" sldId="413"/>
            <ac:spMk id="7" creationId="{0424FBF2-2656-4C9A-A86E-232187D3ADDA}"/>
          </ac:spMkLst>
        </pc:spChg>
        <pc:graphicFrameChg chg="add mod modGraphic">
          <ac:chgData name="Katherine Chen" userId="9fe5f29057b40cb6" providerId="LiveId" clId="{CBCC9185-C8F1-4238-98BE-D96EE7F3DB72}" dt="2025-09-11T13:16:43.875" v="2466" actId="13238"/>
          <ac:graphicFrameMkLst>
            <pc:docMk/>
            <pc:sldMk cId="3880307037" sldId="413"/>
            <ac:graphicFrameMk id="4" creationId="{BE854BF4-77EC-473B-B5E6-0E6C1A4897EB}"/>
          </ac:graphicFrameMkLst>
        </pc:graphicFrameChg>
      </pc:sldChg>
      <pc:sldChg chg="addSp delSp modSp add mod">
        <pc:chgData name="Katherine Chen" userId="9fe5f29057b40cb6" providerId="LiveId" clId="{CBCC9185-C8F1-4238-98BE-D96EE7F3DB72}" dt="2025-09-11T13:38:11.997" v="2690"/>
        <pc:sldMkLst>
          <pc:docMk/>
          <pc:sldMk cId="1355099127" sldId="414"/>
        </pc:sldMkLst>
        <pc:spChg chg="mod">
          <ac:chgData name="Katherine Chen" userId="9fe5f29057b40cb6" providerId="LiveId" clId="{CBCC9185-C8F1-4238-98BE-D96EE7F3DB72}" dt="2025-09-11T13:37:11.324" v="2687" actId="20577"/>
          <ac:spMkLst>
            <pc:docMk/>
            <pc:sldMk cId="1355099127" sldId="414"/>
            <ac:spMk id="3" creationId="{CD08C9CC-9326-4BD5-BD34-60F83C43FBDE}"/>
          </ac:spMkLst>
        </pc:spChg>
        <pc:graphicFrameChg chg="add mod modGraphic">
          <ac:chgData name="Katherine Chen" userId="9fe5f29057b40cb6" providerId="LiveId" clId="{CBCC9185-C8F1-4238-98BE-D96EE7F3DB72}" dt="2025-09-11T13:37:33.224" v="2688" actId="1076"/>
          <ac:graphicFrameMkLst>
            <pc:docMk/>
            <pc:sldMk cId="1355099127" sldId="414"/>
            <ac:graphicFrameMk id="7" creationId="{878D527B-8B7C-46F5-9A87-E0DC7700BDAC}"/>
          </ac:graphicFrameMkLst>
        </pc:graphicFrameChg>
      </pc:sldChg>
      <pc:sldChg chg="addSp delSp modSp add mod">
        <pc:chgData name="Katherine Chen" userId="9fe5f29057b40cb6" providerId="LiveId" clId="{CBCC9185-C8F1-4238-98BE-D96EE7F3DB72}" dt="2025-09-11T13:16:28.776" v="2465" actId="13238"/>
        <pc:sldMkLst>
          <pc:docMk/>
          <pc:sldMk cId="2527692249" sldId="415"/>
        </pc:sldMkLst>
        <pc:spChg chg="mod">
          <ac:chgData name="Katherine Chen" userId="9fe5f29057b40cb6" providerId="LiveId" clId="{CBCC9185-C8F1-4238-98BE-D96EE7F3DB72}" dt="2025-09-11T12:18:15.844" v="1841" actId="313"/>
          <ac:spMkLst>
            <pc:docMk/>
            <pc:sldMk cId="2527692249" sldId="415"/>
            <ac:spMk id="3" creationId="{CD08C9CC-9326-4BD5-BD34-60F83C43FBDE}"/>
          </ac:spMkLst>
        </pc:spChg>
        <pc:spChg chg="add mod">
          <ac:chgData name="Katherine Chen" userId="9fe5f29057b40cb6" providerId="LiveId" clId="{CBCC9185-C8F1-4238-98BE-D96EE7F3DB72}" dt="2025-09-11T12:21:46.917" v="1953" actId="1037"/>
          <ac:spMkLst>
            <pc:docMk/>
            <pc:sldMk cId="2527692249" sldId="415"/>
            <ac:spMk id="8" creationId="{13A44AC0-2441-4822-90E2-6B20E9A7091A}"/>
          </ac:spMkLst>
        </pc:spChg>
        <pc:spChg chg="add mod">
          <ac:chgData name="Katherine Chen" userId="9fe5f29057b40cb6" providerId="LiveId" clId="{CBCC9185-C8F1-4238-98BE-D96EE7F3DB72}" dt="2025-09-11T12:21:46.917" v="1953" actId="1037"/>
          <ac:spMkLst>
            <pc:docMk/>
            <pc:sldMk cId="2527692249" sldId="415"/>
            <ac:spMk id="9" creationId="{E5A153FA-0E79-4675-86F4-105F16192360}"/>
          </ac:spMkLst>
        </pc:spChg>
        <pc:spChg chg="add mod">
          <ac:chgData name="Katherine Chen" userId="9fe5f29057b40cb6" providerId="LiveId" clId="{CBCC9185-C8F1-4238-98BE-D96EE7F3DB72}" dt="2025-09-11T12:21:57.736" v="1955" actId="1076"/>
          <ac:spMkLst>
            <pc:docMk/>
            <pc:sldMk cId="2527692249" sldId="415"/>
            <ac:spMk id="10" creationId="{F6599077-1040-4DC5-90C6-5CF64C5B1107}"/>
          </ac:spMkLst>
        </pc:spChg>
        <pc:spChg chg="add mod">
          <ac:chgData name="Katherine Chen" userId="9fe5f29057b40cb6" providerId="LiveId" clId="{CBCC9185-C8F1-4238-98BE-D96EE7F3DB72}" dt="2025-09-11T12:22:33.012" v="1998" actId="1076"/>
          <ac:spMkLst>
            <pc:docMk/>
            <pc:sldMk cId="2527692249" sldId="415"/>
            <ac:spMk id="11" creationId="{B6699642-4597-40D4-A00E-2B5BF5E0200D}"/>
          </ac:spMkLst>
        </pc:spChg>
        <pc:spChg chg="add mod">
          <ac:chgData name="Katherine Chen" userId="9fe5f29057b40cb6" providerId="LiveId" clId="{CBCC9185-C8F1-4238-98BE-D96EE7F3DB72}" dt="2025-09-11T12:23:08.712" v="2003" actId="1035"/>
          <ac:spMkLst>
            <pc:docMk/>
            <pc:sldMk cId="2527692249" sldId="415"/>
            <ac:spMk id="12" creationId="{FEF09B0D-B04E-4E85-8707-CC823988D912}"/>
          </ac:spMkLst>
        </pc:spChg>
        <pc:graphicFrameChg chg="add mod modGraphic">
          <ac:chgData name="Katherine Chen" userId="9fe5f29057b40cb6" providerId="LiveId" clId="{CBCC9185-C8F1-4238-98BE-D96EE7F3DB72}" dt="2025-09-11T13:16:28.776" v="2465" actId="13238"/>
          <ac:graphicFrameMkLst>
            <pc:docMk/>
            <pc:sldMk cId="2527692249" sldId="415"/>
            <ac:graphicFrameMk id="6" creationId="{6A88F160-DE10-4596-A45C-4418BCE90978}"/>
          </ac:graphicFrameMkLst>
        </pc:graphicFrameChg>
        <pc:picChg chg="mod">
          <ac:chgData name="Katherine Chen" userId="9fe5f29057b40cb6" providerId="LiveId" clId="{CBCC9185-C8F1-4238-98BE-D96EE7F3DB72}" dt="2025-09-11T12:08:34.061" v="1788" actId="1076"/>
          <ac:picMkLst>
            <pc:docMk/>
            <pc:sldMk cId="2527692249" sldId="415"/>
            <ac:picMk id="5" creationId="{B919BCF8-701F-4FAA-BFB9-59E83334B492}"/>
          </ac:picMkLst>
        </pc:picChg>
      </pc:sldChg>
      <pc:sldChg chg="addSp delSp modSp add mod">
        <pc:chgData name="Katherine Chen" userId="9fe5f29057b40cb6" providerId="LiveId" clId="{CBCC9185-C8F1-4238-98BE-D96EE7F3DB72}" dt="2025-09-11T13:44:17.681" v="2818" actId="20577"/>
        <pc:sldMkLst>
          <pc:docMk/>
          <pc:sldMk cId="1629551000" sldId="416"/>
        </pc:sldMkLst>
        <pc:spChg chg="mod">
          <ac:chgData name="Katherine Chen" userId="9fe5f29057b40cb6" providerId="LiveId" clId="{CBCC9185-C8F1-4238-98BE-D96EE7F3DB72}" dt="2025-09-11T13:44:17.681" v="2818" actId="20577"/>
          <ac:spMkLst>
            <pc:docMk/>
            <pc:sldMk cId="1629551000" sldId="416"/>
            <ac:spMk id="3" creationId="{CD08C9CC-9326-4BD5-BD34-60F83C43FBDE}"/>
          </ac:spMkLst>
        </pc:spChg>
        <pc:graphicFrameChg chg="add mod modGraphic">
          <ac:chgData name="Katherine Chen" userId="9fe5f29057b40cb6" providerId="LiveId" clId="{CBCC9185-C8F1-4238-98BE-D96EE7F3DB72}" dt="2025-09-11T13:44:09.957" v="2815" actId="1076"/>
          <ac:graphicFrameMkLst>
            <pc:docMk/>
            <pc:sldMk cId="1629551000" sldId="416"/>
            <ac:graphicFrameMk id="4" creationId="{D1686EE4-FB5C-4844-99E1-73CCB5C1DB1D}"/>
          </ac:graphicFrameMkLst>
        </pc:graphicFrameChg>
      </pc:sldChg>
      <pc:sldChg chg="addSp delSp modSp add del mod">
        <pc:chgData name="Katherine Chen" userId="9fe5f29057b40cb6" providerId="LiveId" clId="{CBCC9185-C8F1-4238-98BE-D96EE7F3DB72}" dt="2025-09-11T14:10:58.413" v="3059" actId="47"/>
        <pc:sldMkLst>
          <pc:docMk/>
          <pc:sldMk cId="2082555161" sldId="417"/>
        </pc:sldMkLst>
      </pc:sldChg>
      <pc:sldChg chg="addSp delSp modSp add mod">
        <pc:chgData name="Katherine Chen" userId="9fe5f29057b40cb6" providerId="LiveId" clId="{CBCC9185-C8F1-4238-98BE-D96EE7F3DB72}" dt="2025-09-11T14:10:46.045" v="3058" actId="14100"/>
        <pc:sldMkLst>
          <pc:docMk/>
          <pc:sldMk cId="2735690054" sldId="418"/>
        </pc:sldMkLst>
        <pc:spChg chg="mod">
          <ac:chgData name="Katherine Chen" userId="9fe5f29057b40cb6" providerId="LiveId" clId="{CBCC9185-C8F1-4238-98BE-D96EE7F3DB72}" dt="2025-09-11T14:09:46.643" v="3049" actId="20577"/>
          <ac:spMkLst>
            <pc:docMk/>
            <pc:sldMk cId="2735690054" sldId="418"/>
            <ac:spMk id="3" creationId="{CD08C9CC-9326-4BD5-BD34-60F83C43FBDE}"/>
          </ac:spMkLst>
        </pc:spChg>
        <pc:spChg chg="add mod">
          <ac:chgData name="Katherine Chen" userId="9fe5f29057b40cb6" providerId="LiveId" clId="{CBCC9185-C8F1-4238-98BE-D96EE7F3DB72}" dt="2025-09-11T14:01:53.971" v="2943" actId="207"/>
          <ac:spMkLst>
            <pc:docMk/>
            <pc:sldMk cId="2735690054" sldId="418"/>
            <ac:spMk id="9" creationId="{B75E5A3B-CBBF-4246-A0FF-FEFBE19D7A32}"/>
          </ac:spMkLst>
        </pc:spChg>
        <pc:spChg chg="add mod">
          <ac:chgData name="Katherine Chen" userId="9fe5f29057b40cb6" providerId="LiveId" clId="{CBCC9185-C8F1-4238-98BE-D96EE7F3DB72}" dt="2025-09-11T14:02:01.804" v="2946" actId="14100"/>
          <ac:spMkLst>
            <pc:docMk/>
            <pc:sldMk cId="2735690054" sldId="418"/>
            <ac:spMk id="10" creationId="{460533AD-0E3A-4221-8B05-396641A8F9EC}"/>
          </ac:spMkLst>
        </pc:spChg>
        <pc:spChg chg="add mod">
          <ac:chgData name="Katherine Chen" userId="9fe5f29057b40cb6" providerId="LiveId" clId="{CBCC9185-C8F1-4238-98BE-D96EE7F3DB72}" dt="2025-09-11T14:02:08.516" v="2948" actId="1076"/>
          <ac:spMkLst>
            <pc:docMk/>
            <pc:sldMk cId="2735690054" sldId="418"/>
            <ac:spMk id="11" creationId="{CD445F54-4639-48D2-A321-572787D431D7}"/>
          </ac:spMkLst>
        </pc:spChg>
        <pc:spChg chg="add mod">
          <ac:chgData name="Katherine Chen" userId="9fe5f29057b40cb6" providerId="LiveId" clId="{CBCC9185-C8F1-4238-98BE-D96EE7F3DB72}" dt="2025-09-11T14:10:46.045" v="3058" actId="14100"/>
          <ac:spMkLst>
            <pc:docMk/>
            <pc:sldMk cId="2735690054" sldId="418"/>
            <ac:spMk id="13" creationId="{83078F71-BD06-4E28-9103-863B0358AA10}"/>
          </ac:spMkLst>
        </pc:spChg>
        <pc:graphicFrameChg chg="add mod modGraphic">
          <ac:chgData name="Katherine Chen" userId="9fe5f29057b40cb6" providerId="LiveId" clId="{CBCC9185-C8F1-4238-98BE-D96EE7F3DB72}" dt="2025-09-11T14:10:08.142" v="3053" actId="1076"/>
          <ac:graphicFrameMkLst>
            <pc:docMk/>
            <pc:sldMk cId="2735690054" sldId="418"/>
            <ac:graphicFrameMk id="8" creationId="{36896B89-F2A1-487B-AC29-4389D8869DF5}"/>
          </ac:graphicFrameMkLst>
        </pc:graphicFrameChg>
        <pc:graphicFrameChg chg="add mod">
          <ac:chgData name="Katherine Chen" userId="9fe5f29057b40cb6" providerId="LiveId" clId="{CBCC9185-C8F1-4238-98BE-D96EE7F3DB72}" dt="2025-09-11T14:10:05.087" v="3052" actId="1076"/>
          <ac:graphicFrameMkLst>
            <pc:docMk/>
            <pc:sldMk cId="2735690054" sldId="418"/>
            <ac:graphicFrameMk id="12" creationId="{B130FC46-1799-4D07-A579-D3B8D3CD3000}"/>
          </ac:graphicFrameMkLst>
        </pc:graphicFrameChg>
        <pc:picChg chg="mod">
          <ac:chgData name="Katherine Chen" userId="9fe5f29057b40cb6" providerId="LiveId" clId="{CBCC9185-C8F1-4238-98BE-D96EE7F3DB72}" dt="2025-09-11T13:59:42.428" v="2935" actId="1076"/>
          <ac:picMkLst>
            <pc:docMk/>
            <pc:sldMk cId="2735690054" sldId="418"/>
            <ac:picMk id="5" creationId="{B919BCF8-701F-4FAA-BFB9-59E83334B492}"/>
          </ac:picMkLst>
        </pc:picChg>
        <pc:picChg chg="add mod">
          <ac:chgData name="Katherine Chen" userId="9fe5f29057b40cb6" providerId="LiveId" clId="{CBCC9185-C8F1-4238-98BE-D96EE7F3DB72}" dt="2025-09-11T13:56:53.217" v="2896" actId="1076"/>
          <ac:picMkLst>
            <pc:docMk/>
            <pc:sldMk cId="2735690054" sldId="418"/>
            <ac:picMk id="7" creationId="{FCC23E46-62C1-4C75-ACCC-C26287003F07}"/>
          </ac:picMkLst>
        </pc:picChg>
      </pc:sldChg>
      <pc:sldChg chg="delSp modSp add mod">
        <pc:chgData name="Katherine Chen" userId="9fe5f29057b40cb6" providerId="LiveId" clId="{CBCC9185-C8F1-4238-98BE-D96EE7F3DB72}" dt="2025-09-11T14:10:20.452" v="3055" actId="6549"/>
        <pc:sldMkLst>
          <pc:docMk/>
          <pc:sldMk cId="434143886" sldId="419"/>
        </pc:sldMkLst>
      </pc:sldChg>
    </pc:docChg>
  </pc:docChgLst>
  <pc:docChgLst>
    <pc:chgData name="Katherine Chen" userId="9fe5f29057b40cb6" providerId="LiveId" clId="{788E24A4-747C-4F44-B21D-05B92FFA2A15}"/>
    <pc:docChg chg="undo custSel addSld delSld modSld modSection">
      <pc:chgData name="Katherine Chen" userId="9fe5f29057b40cb6" providerId="LiveId" clId="{788E24A4-747C-4F44-B21D-05B92FFA2A15}" dt="2025-09-14T19:29:30.521" v="118" actId="33524"/>
      <pc:docMkLst>
        <pc:docMk/>
      </pc:docMkLst>
      <pc:sldChg chg="modSp mod">
        <pc:chgData name="Katherine Chen" userId="9fe5f29057b40cb6" providerId="LiveId" clId="{788E24A4-747C-4F44-B21D-05B92FFA2A15}" dt="2025-09-11T21:17:19.460" v="117" actId="20577"/>
        <pc:sldMkLst>
          <pc:docMk/>
          <pc:sldMk cId="2309083162" sldId="373"/>
        </pc:sldMkLst>
        <pc:spChg chg="mod">
          <ac:chgData name="Katherine Chen" userId="9fe5f29057b40cb6" providerId="LiveId" clId="{788E24A4-747C-4F44-B21D-05B92FFA2A15}" dt="2025-09-11T21:17:19.460" v="117" actId="20577"/>
          <ac:spMkLst>
            <pc:docMk/>
            <pc:sldMk cId="2309083162" sldId="373"/>
            <ac:spMk id="3" creationId="{5AA07A16-1A6B-4905-8D0D-C27CD0367A91}"/>
          </ac:spMkLst>
        </pc:spChg>
      </pc:sldChg>
      <pc:sldChg chg="del">
        <pc:chgData name="Katherine Chen" userId="9fe5f29057b40cb6" providerId="LiveId" clId="{788E24A4-747C-4F44-B21D-05B92FFA2A15}" dt="2025-09-11T20:31:46.632" v="61" actId="47"/>
        <pc:sldMkLst>
          <pc:docMk/>
          <pc:sldMk cId="1612915977" sldId="404"/>
        </pc:sldMkLst>
      </pc:sldChg>
      <pc:sldChg chg="add del">
        <pc:chgData name="Katherine Chen" userId="9fe5f29057b40cb6" providerId="LiveId" clId="{788E24A4-747C-4F44-B21D-05B92FFA2A15}" dt="2025-09-11T21:16:40.607" v="84" actId="47"/>
        <pc:sldMkLst>
          <pc:docMk/>
          <pc:sldMk cId="1768983335" sldId="409"/>
        </pc:sldMkLst>
      </pc:sldChg>
      <pc:sldChg chg="modSp mod">
        <pc:chgData name="Katherine Chen" userId="9fe5f29057b40cb6" providerId="LiveId" clId="{788E24A4-747C-4F44-B21D-05B92FFA2A15}" dt="2025-09-14T19:29:30.521" v="118" actId="33524"/>
        <pc:sldMkLst>
          <pc:docMk/>
          <pc:sldMk cId="2527692249" sldId="415"/>
        </pc:sldMkLst>
        <pc:spChg chg="mod">
          <ac:chgData name="Katherine Chen" userId="9fe5f29057b40cb6" providerId="LiveId" clId="{788E24A4-747C-4F44-B21D-05B92FFA2A15}" dt="2025-09-14T19:29:30.521" v="118" actId="33524"/>
          <ac:spMkLst>
            <pc:docMk/>
            <pc:sldMk cId="2527692249" sldId="415"/>
            <ac:spMk id="3" creationId="{CD08C9CC-9326-4BD5-BD34-60F83C43FBDE}"/>
          </ac:spMkLst>
        </pc:spChg>
      </pc:sldChg>
      <pc:sldChg chg="modSp mod">
        <pc:chgData name="Katherine Chen" userId="9fe5f29057b40cb6" providerId="LiveId" clId="{788E24A4-747C-4F44-B21D-05B92FFA2A15}" dt="2025-09-11T20:32:42.457" v="80" actId="20577"/>
        <pc:sldMkLst>
          <pc:docMk/>
          <pc:sldMk cId="1629551000" sldId="416"/>
        </pc:sldMkLst>
        <pc:graphicFrameChg chg="modGraphic">
          <ac:chgData name="Katherine Chen" userId="9fe5f29057b40cb6" providerId="LiveId" clId="{788E24A4-747C-4F44-B21D-05B92FFA2A15}" dt="2025-09-11T20:32:42.457" v="80" actId="20577"/>
          <ac:graphicFrameMkLst>
            <pc:docMk/>
            <pc:sldMk cId="1629551000" sldId="416"/>
            <ac:graphicFrameMk id="4" creationId="{D1686EE4-FB5C-4844-99E1-73CCB5C1DB1D}"/>
          </ac:graphicFrameMkLst>
        </pc:graphicFrameChg>
      </pc:sldChg>
      <pc:sldChg chg="modSp mod">
        <pc:chgData name="Katherine Chen" userId="9fe5f29057b40cb6" providerId="LiveId" clId="{788E24A4-747C-4F44-B21D-05B92FFA2A15}" dt="2025-09-11T20:26:42.727" v="1" actId="113"/>
        <pc:sldMkLst>
          <pc:docMk/>
          <pc:sldMk cId="2735690054" sldId="418"/>
        </pc:sldMkLst>
        <pc:graphicFrameChg chg="modGraphic">
          <ac:chgData name="Katherine Chen" userId="9fe5f29057b40cb6" providerId="LiveId" clId="{788E24A4-747C-4F44-B21D-05B92FFA2A15}" dt="2025-09-11T20:26:42.727" v="1" actId="113"/>
          <ac:graphicFrameMkLst>
            <pc:docMk/>
            <pc:sldMk cId="2735690054" sldId="418"/>
            <ac:graphicFrameMk id="8" creationId="{36896B89-F2A1-487B-AC29-4389D8869DF5}"/>
          </ac:graphicFrameMkLst>
        </pc:graphicFrameChg>
      </pc:sldChg>
      <pc:sldChg chg="del">
        <pc:chgData name="Katherine Chen" userId="9fe5f29057b40cb6" providerId="LiveId" clId="{788E24A4-747C-4F44-B21D-05B92FFA2A15}" dt="2025-09-11T20:32:53.936" v="81" actId="47"/>
        <pc:sldMkLst>
          <pc:docMk/>
          <pc:sldMk cId="434143886" sldId="4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592229" y="3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3D06B-E73E-4F69-893D-2DC793DE25F6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592229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13AA1-780D-4B9F-A4E4-CB6A418D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627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2229" y="3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960F5-E182-43F9-8573-434790B39E4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7267" y="3271381"/>
            <a:ext cx="789813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2229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555F-7712-42F7-95EB-E0931B9C8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3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C555F-7712-42F7-95EB-E0931B9C8A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92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 rot="5400000">
            <a:off x="5997653" y="-4670340"/>
            <a:ext cx="195943" cy="12192000"/>
          </a:xfrm>
          <a:prstGeom prst="rect">
            <a:avLst/>
          </a:prstGeom>
          <a:solidFill>
            <a:srgbClr val="D0CEC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/>
          </a:p>
        </p:txBody>
      </p:sp>
      <p:sp>
        <p:nvSpPr>
          <p:cNvPr id="15" name="Untertitel 2"/>
          <p:cNvSpPr>
            <a:spLocks noGrp="1"/>
          </p:cNvSpPr>
          <p:nvPr userDrawn="1"/>
        </p:nvSpPr>
        <p:spPr>
          <a:xfrm>
            <a:off x="589970" y="3340134"/>
            <a:ext cx="11014201" cy="623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2800" b="1" dirty="0">
              <a:solidFill>
                <a:srgbClr val="0D318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41896" y="3115465"/>
            <a:ext cx="6192878" cy="508424"/>
          </a:xfrm>
        </p:spPr>
        <p:txBody>
          <a:bodyPr>
            <a:noAutofit/>
          </a:bodyPr>
          <a:lstStyle>
            <a:lvl1pPr marL="0" indent="0" algn="l">
              <a:buClr>
                <a:srgbClr val="00295E"/>
              </a:buClr>
              <a:buNone/>
              <a:defRPr sz="3400" b="1">
                <a:solidFill>
                  <a:srgbClr val="0D318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00100" indent="-342900">
              <a:buClr>
                <a:schemeClr val="bg1">
                  <a:lumMod val="65000"/>
                </a:schemeClr>
              </a:buClr>
              <a:buFont typeface="Wingdings" panose="05000000000000000000" pitchFamily="2" charset="2"/>
              <a:buChar char="Ø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de-DE" dirty="0"/>
              <a:t>Enter title here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0" hasCustomPrompt="1"/>
          </p:nvPr>
        </p:nvSpPr>
        <p:spPr>
          <a:xfrm>
            <a:off x="5747018" y="3731762"/>
            <a:ext cx="6192879" cy="1961784"/>
          </a:xfrm>
        </p:spPr>
        <p:txBody>
          <a:bodyPr>
            <a:normAutofit/>
          </a:bodyPr>
          <a:lstStyle>
            <a:lvl1pPr marL="0" indent="0" algn="l">
              <a:buClr>
                <a:srgbClr val="00295E"/>
              </a:buClr>
              <a:buNone/>
              <a:defRPr sz="2000" baseline="0">
                <a:solidFill>
                  <a:srgbClr val="0D318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00100" indent="-342900">
              <a:buClr>
                <a:schemeClr val="bg1">
                  <a:lumMod val="65000"/>
                </a:schemeClr>
              </a:buClr>
              <a:buFont typeface="Wingdings" panose="05000000000000000000" pitchFamily="2" charset="2"/>
              <a:buChar char="Ø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de-DE" dirty="0"/>
              <a:t>Autor, Veranstaltung und Datum hinzufügen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7076E0-7C0D-4586-B7A3-DC554DE216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7" b="-2942"/>
          <a:stretch/>
        </p:blipFill>
        <p:spPr bwMode="auto">
          <a:xfrm>
            <a:off x="589970" y="367091"/>
            <a:ext cx="2327067" cy="684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58AEBBA-762E-42AD-B23E-E35C1DBBAA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11877" y="43091"/>
            <a:ext cx="2942814" cy="1008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FD2962D-BC58-49E0-AB70-9E67B024B0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57" r="55552" b="-13063"/>
          <a:stretch/>
        </p:blipFill>
        <p:spPr bwMode="auto">
          <a:xfrm>
            <a:off x="6910410" y="169091"/>
            <a:ext cx="1933048" cy="756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1B5870E-55FD-4373-843F-2630A227E0E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557" y="-420"/>
            <a:ext cx="1464397" cy="1224000"/>
          </a:xfrm>
          <a:prstGeom prst="rect">
            <a:avLst/>
          </a:prstGeom>
        </p:spPr>
      </p:pic>
      <p:pic>
        <p:nvPicPr>
          <p:cNvPr id="17" name="Grafik 9">
            <a:extLst>
              <a:ext uri="{FF2B5EF4-FFF2-40B4-BE49-F238E27FC236}">
                <a16:creationId xmlns:a16="http://schemas.microsoft.com/office/drawing/2014/main" id="{8B0062FE-D4AB-4399-9EB5-599D6B211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7" b="-2942"/>
          <a:stretch/>
        </p:blipFill>
        <p:spPr bwMode="auto">
          <a:xfrm>
            <a:off x="7414027" y="6581481"/>
            <a:ext cx="771942" cy="2268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0">
            <a:extLst>
              <a:ext uri="{FF2B5EF4-FFF2-40B4-BE49-F238E27FC236}">
                <a16:creationId xmlns:a16="http://schemas.microsoft.com/office/drawing/2014/main" id="{E5523947-5A56-45F4-84ED-3316F67251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59140" y="6508883"/>
            <a:ext cx="976200" cy="334377"/>
          </a:xfrm>
          <a:prstGeom prst="rect">
            <a:avLst/>
          </a:prstGeom>
        </p:spPr>
      </p:pic>
      <p:pic>
        <p:nvPicPr>
          <p:cNvPr id="19" name="Grafik 11">
            <a:extLst>
              <a:ext uri="{FF2B5EF4-FFF2-40B4-BE49-F238E27FC236}">
                <a16:creationId xmlns:a16="http://schemas.microsoft.com/office/drawing/2014/main" id="{ED4B3BD6-E638-4D0E-8515-50AB903665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57" r="55552" b="-13063"/>
          <a:stretch/>
        </p:blipFill>
        <p:spPr bwMode="auto">
          <a:xfrm>
            <a:off x="9466918" y="6569539"/>
            <a:ext cx="641237" cy="2507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2">
            <a:extLst>
              <a:ext uri="{FF2B5EF4-FFF2-40B4-BE49-F238E27FC236}">
                <a16:creationId xmlns:a16="http://schemas.microsoft.com/office/drawing/2014/main" id="{19A43EC8-5574-41EF-83D7-A3902F2C709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854" y="6473738"/>
            <a:ext cx="442098" cy="369522"/>
          </a:xfrm>
          <a:prstGeom prst="rect">
            <a:avLst/>
          </a:prstGeom>
        </p:spPr>
      </p:pic>
      <p:pic>
        <p:nvPicPr>
          <p:cNvPr id="21" name="Grafik 3">
            <a:extLst>
              <a:ext uri="{FF2B5EF4-FFF2-40B4-BE49-F238E27FC236}">
                <a16:creationId xmlns:a16="http://schemas.microsoft.com/office/drawing/2014/main" id="{BD4352BD-406A-429B-A434-622AB61B4B9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4610" y="1578556"/>
            <a:ext cx="4788000" cy="478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15">
            <a:extLst>
              <a:ext uri="{FF2B5EF4-FFF2-40B4-BE49-F238E27FC236}">
                <a16:creationId xmlns:a16="http://schemas.microsoft.com/office/drawing/2014/main" id="{7AFDCBF3-6F68-4DF0-B007-12D1EC9C9618}"/>
              </a:ext>
            </a:extLst>
          </p:cNvPr>
          <p:cNvGrpSpPr>
            <a:grpSpLocks/>
          </p:cNvGrpSpPr>
          <p:nvPr userDrawn="1"/>
        </p:nvGrpSpPr>
        <p:grpSpPr bwMode="auto">
          <a:xfrm rot="10800000" flipV="1">
            <a:off x="5741896" y="3641646"/>
            <a:ext cx="6450104" cy="45719"/>
            <a:chOff x="0" y="3189"/>
            <a:chExt cx="6736" cy="68"/>
          </a:xfrm>
          <a:solidFill>
            <a:srgbClr val="00205B"/>
          </a:solidFill>
        </p:grpSpPr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37C10A51-0467-4C03-A2C5-07F2CF5715D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189"/>
              <a:ext cx="6733" cy="2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4" name="Rectangle 17">
              <a:extLst>
                <a:ext uri="{FF2B5EF4-FFF2-40B4-BE49-F238E27FC236}">
                  <a16:creationId xmlns:a16="http://schemas.microsoft.com/office/drawing/2014/main" id="{D7093E87-44BC-4F78-8A01-1B18ACA85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6" y="3189"/>
              <a:ext cx="4910" cy="6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18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3883"/>
            <a:ext cx="10515600" cy="551850"/>
          </a:xfrm>
        </p:spPr>
        <p:txBody>
          <a:bodyPr>
            <a:no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117027"/>
            <a:ext cx="10515600" cy="5059936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2400"/>
            </a:lvl1pPr>
            <a:lvl2pPr marL="685800" indent="-228600">
              <a:buFont typeface="Arial" panose="020B0604020202020204" pitchFamily="34" charset="0"/>
              <a:buChar char="•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714500" indent="-342900">
              <a:buFont typeface="+mj-lt"/>
              <a:buAutoNum type="alphaLcParenR"/>
              <a:defRPr sz="1800"/>
            </a:lvl4pPr>
            <a:lvl5pPr marL="2228850" indent="-400050">
              <a:buFont typeface="+mj-lt"/>
              <a:buAutoNum type="romanLcPeriod"/>
              <a:defRPr sz="1600"/>
            </a:lvl5pPr>
          </a:lstStyle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477D0C7-4EE4-4BCE-914D-212B65DE5ACA}"/>
              </a:ext>
            </a:extLst>
          </p:cNvPr>
          <p:cNvCxnSpPr/>
          <p:nvPr userDrawn="1"/>
        </p:nvCxnSpPr>
        <p:spPr>
          <a:xfrm>
            <a:off x="838200" y="996050"/>
            <a:ext cx="10515600" cy="0"/>
          </a:xfrm>
          <a:prstGeom prst="line">
            <a:avLst/>
          </a:prstGeom>
          <a:ln>
            <a:solidFill>
              <a:srgbClr val="EC7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3E5EBE46-C469-4297-8437-8E524AF98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7" b="-2942"/>
          <a:stretch/>
        </p:blipFill>
        <p:spPr bwMode="auto">
          <a:xfrm>
            <a:off x="7414027" y="6581481"/>
            <a:ext cx="771942" cy="2268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892A0B6-359C-484F-9B85-18287A82A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59140" y="6508883"/>
            <a:ext cx="976200" cy="33437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F7988C0-BA88-4F07-9996-9AD9FB753D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57" r="55552" b="-13063"/>
          <a:stretch/>
        </p:blipFill>
        <p:spPr bwMode="auto">
          <a:xfrm>
            <a:off x="9466918" y="6569539"/>
            <a:ext cx="641237" cy="2507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ABB62D8-4B98-44BA-AE43-E5710E03BD0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854" y="6473738"/>
            <a:ext cx="442098" cy="3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6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477D0C7-4EE4-4BCE-914D-212B65DE5ACA}"/>
              </a:ext>
            </a:extLst>
          </p:cNvPr>
          <p:cNvCxnSpPr/>
          <p:nvPr userDrawn="1"/>
        </p:nvCxnSpPr>
        <p:spPr>
          <a:xfrm>
            <a:off x="838200" y="996050"/>
            <a:ext cx="10515600" cy="0"/>
          </a:xfrm>
          <a:prstGeom prst="line">
            <a:avLst/>
          </a:prstGeom>
          <a:ln>
            <a:solidFill>
              <a:srgbClr val="EC7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9">
            <a:extLst>
              <a:ext uri="{FF2B5EF4-FFF2-40B4-BE49-F238E27FC236}">
                <a16:creationId xmlns:a16="http://schemas.microsoft.com/office/drawing/2014/main" id="{53FDE1A0-5B2B-4B78-80A2-86EEB8524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7" b="-2942"/>
          <a:stretch/>
        </p:blipFill>
        <p:spPr bwMode="auto">
          <a:xfrm>
            <a:off x="7414027" y="6581481"/>
            <a:ext cx="771942" cy="2268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10">
            <a:extLst>
              <a:ext uri="{FF2B5EF4-FFF2-40B4-BE49-F238E27FC236}">
                <a16:creationId xmlns:a16="http://schemas.microsoft.com/office/drawing/2014/main" id="{95EA4FC0-E123-4E4D-BC05-6F5A7E766C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59140" y="6508883"/>
            <a:ext cx="976200" cy="334377"/>
          </a:xfrm>
          <a:prstGeom prst="rect">
            <a:avLst/>
          </a:prstGeom>
        </p:spPr>
      </p:pic>
      <p:pic>
        <p:nvPicPr>
          <p:cNvPr id="10" name="Grafik 11">
            <a:extLst>
              <a:ext uri="{FF2B5EF4-FFF2-40B4-BE49-F238E27FC236}">
                <a16:creationId xmlns:a16="http://schemas.microsoft.com/office/drawing/2014/main" id="{380E01AE-656A-49F0-8E45-D21A430560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57" r="55552" b="-13063"/>
          <a:stretch/>
        </p:blipFill>
        <p:spPr bwMode="auto">
          <a:xfrm>
            <a:off x="9466918" y="6569539"/>
            <a:ext cx="641237" cy="2507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2">
            <a:extLst>
              <a:ext uri="{FF2B5EF4-FFF2-40B4-BE49-F238E27FC236}">
                <a16:creationId xmlns:a16="http://schemas.microsoft.com/office/drawing/2014/main" id="{741D4153-CF52-4BB0-B23F-954CA2C13C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854" y="6473738"/>
            <a:ext cx="442098" cy="369522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CF9FB97-547C-4091-91D9-67401F59D7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17027"/>
            <a:ext cx="4914530" cy="5059936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2400"/>
            </a:lvl1pPr>
            <a:lvl2pPr marL="685800" indent="-228600">
              <a:buFont typeface="Arial" panose="020B0604020202020204" pitchFamily="34" charset="0"/>
              <a:buChar char="•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714500" indent="-342900">
              <a:buFont typeface="+mj-lt"/>
              <a:buAutoNum type="alphaLcParenR"/>
              <a:defRPr sz="1800"/>
            </a:lvl4pPr>
            <a:lvl5pPr marL="2228850" indent="-400050">
              <a:buFont typeface="+mj-lt"/>
              <a:buAutoNum type="romanLcPeriod"/>
              <a:defRPr sz="1600"/>
            </a:lvl5pPr>
          </a:lstStyle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AA1E31B-AB2C-4FB1-BEB5-7EED2FCCBBF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4620" y="1117027"/>
            <a:ext cx="5339179" cy="5059936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2400"/>
            </a:lvl1pPr>
            <a:lvl2pPr marL="685800" indent="-228600">
              <a:buFont typeface="Arial" panose="020B0604020202020204" pitchFamily="34" charset="0"/>
              <a:buChar char="•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714500" indent="-342900">
              <a:buFont typeface="+mj-lt"/>
              <a:buAutoNum type="alphaLcParenR"/>
              <a:defRPr sz="1800"/>
            </a:lvl4pPr>
            <a:lvl5pPr marL="2228850" indent="-400050">
              <a:buFont typeface="+mj-lt"/>
              <a:buAutoNum type="romanLcPeriod"/>
              <a:defRPr sz="1600"/>
            </a:lvl5pPr>
          </a:lstStyle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A9E861C-0BC8-4573-8294-4426E59B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883"/>
            <a:ext cx="10515600" cy="551850"/>
          </a:xfrm>
        </p:spPr>
        <p:txBody>
          <a:bodyPr>
            <a:no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062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 rot="5400000">
            <a:off x="5997653" y="-4670340"/>
            <a:ext cx="195943" cy="12192000"/>
          </a:xfrm>
          <a:prstGeom prst="rect">
            <a:avLst/>
          </a:prstGeom>
          <a:solidFill>
            <a:srgbClr val="D0CEC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/>
          </a:p>
        </p:txBody>
      </p:sp>
      <p:sp>
        <p:nvSpPr>
          <p:cNvPr id="15" name="Untertitel 2"/>
          <p:cNvSpPr>
            <a:spLocks noGrp="1"/>
          </p:cNvSpPr>
          <p:nvPr userDrawn="1"/>
        </p:nvSpPr>
        <p:spPr>
          <a:xfrm>
            <a:off x="589970" y="3340134"/>
            <a:ext cx="11014201" cy="623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2800" b="1" dirty="0">
              <a:solidFill>
                <a:srgbClr val="0D318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7037" y="4355778"/>
            <a:ext cx="6192878" cy="508424"/>
          </a:xfrm>
        </p:spPr>
        <p:txBody>
          <a:bodyPr>
            <a:noAutofit/>
          </a:bodyPr>
          <a:lstStyle>
            <a:lvl1pPr marL="0" indent="0" algn="l">
              <a:buClr>
                <a:srgbClr val="00295E"/>
              </a:buClr>
              <a:buNone/>
              <a:defRPr sz="3400" b="1">
                <a:solidFill>
                  <a:srgbClr val="0D318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00100" indent="-342900">
              <a:buClr>
                <a:schemeClr val="bg1">
                  <a:lumMod val="65000"/>
                </a:schemeClr>
              </a:buClr>
              <a:buFont typeface="Wingdings" panose="05000000000000000000" pitchFamily="2" charset="2"/>
              <a:buChar char="Ø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de-DE" dirty="0"/>
              <a:t>End of the presentation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7076E0-7C0D-4586-B7A3-DC554DE216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7" b="-2942"/>
          <a:stretch/>
        </p:blipFill>
        <p:spPr bwMode="auto">
          <a:xfrm>
            <a:off x="589970" y="367091"/>
            <a:ext cx="2327067" cy="684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58AEBBA-762E-42AD-B23E-E35C1DBBAA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11877" y="43091"/>
            <a:ext cx="2942814" cy="1008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FD2962D-BC58-49E0-AB70-9E67B024B0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57" r="55552" b="-13063"/>
          <a:stretch/>
        </p:blipFill>
        <p:spPr bwMode="auto">
          <a:xfrm>
            <a:off x="6910410" y="169091"/>
            <a:ext cx="1933048" cy="756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1B5870E-55FD-4373-843F-2630A227E0E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557" y="-420"/>
            <a:ext cx="1464397" cy="1224000"/>
          </a:xfrm>
          <a:prstGeom prst="rect">
            <a:avLst/>
          </a:prstGeom>
        </p:spPr>
      </p:pic>
      <p:pic>
        <p:nvPicPr>
          <p:cNvPr id="17" name="Grafik 9">
            <a:extLst>
              <a:ext uri="{FF2B5EF4-FFF2-40B4-BE49-F238E27FC236}">
                <a16:creationId xmlns:a16="http://schemas.microsoft.com/office/drawing/2014/main" id="{8B0062FE-D4AB-4399-9EB5-599D6B211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7" b="-2942"/>
          <a:stretch/>
        </p:blipFill>
        <p:spPr bwMode="auto">
          <a:xfrm>
            <a:off x="7414027" y="6581481"/>
            <a:ext cx="771942" cy="2268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0">
            <a:extLst>
              <a:ext uri="{FF2B5EF4-FFF2-40B4-BE49-F238E27FC236}">
                <a16:creationId xmlns:a16="http://schemas.microsoft.com/office/drawing/2014/main" id="{E5523947-5A56-45F4-84ED-3316F67251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59140" y="6508883"/>
            <a:ext cx="976200" cy="334377"/>
          </a:xfrm>
          <a:prstGeom prst="rect">
            <a:avLst/>
          </a:prstGeom>
        </p:spPr>
      </p:pic>
      <p:pic>
        <p:nvPicPr>
          <p:cNvPr id="19" name="Grafik 11">
            <a:extLst>
              <a:ext uri="{FF2B5EF4-FFF2-40B4-BE49-F238E27FC236}">
                <a16:creationId xmlns:a16="http://schemas.microsoft.com/office/drawing/2014/main" id="{ED4B3BD6-E638-4D0E-8515-50AB903665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57" r="55552" b="-13063"/>
          <a:stretch/>
        </p:blipFill>
        <p:spPr bwMode="auto">
          <a:xfrm>
            <a:off x="9466918" y="6569539"/>
            <a:ext cx="641237" cy="2507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2">
            <a:extLst>
              <a:ext uri="{FF2B5EF4-FFF2-40B4-BE49-F238E27FC236}">
                <a16:creationId xmlns:a16="http://schemas.microsoft.com/office/drawing/2014/main" id="{19A43EC8-5574-41EF-83D7-A3902F2C709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854" y="6473738"/>
            <a:ext cx="442098" cy="369522"/>
          </a:xfrm>
          <a:prstGeom prst="rect">
            <a:avLst/>
          </a:prstGeom>
        </p:spPr>
      </p:pic>
      <p:grpSp>
        <p:nvGrpSpPr>
          <p:cNvPr id="22" name="Group 15">
            <a:extLst>
              <a:ext uri="{FF2B5EF4-FFF2-40B4-BE49-F238E27FC236}">
                <a16:creationId xmlns:a16="http://schemas.microsoft.com/office/drawing/2014/main" id="{7AFDCBF3-6F68-4DF0-B007-12D1EC9C9618}"/>
              </a:ext>
            </a:extLst>
          </p:cNvPr>
          <p:cNvGrpSpPr>
            <a:grpSpLocks/>
          </p:cNvGrpSpPr>
          <p:nvPr userDrawn="1"/>
        </p:nvGrpSpPr>
        <p:grpSpPr bwMode="auto">
          <a:xfrm rot="10800000" flipV="1">
            <a:off x="0" y="4903773"/>
            <a:ext cx="12192000" cy="45719"/>
            <a:chOff x="0" y="3189"/>
            <a:chExt cx="6736" cy="68"/>
          </a:xfrm>
          <a:solidFill>
            <a:srgbClr val="00205B"/>
          </a:solidFill>
        </p:grpSpPr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37C10A51-0467-4C03-A2C5-07F2CF5715D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189"/>
              <a:ext cx="6733" cy="2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4" name="Rectangle 17">
              <a:extLst>
                <a:ext uri="{FF2B5EF4-FFF2-40B4-BE49-F238E27FC236}">
                  <a16:creationId xmlns:a16="http://schemas.microsoft.com/office/drawing/2014/main" id="{D7093E87-44BC-4F78-8A01-1B18ACA85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6" y="3189"/>
              <a:ext cx="4910" cy="6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055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24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Mastertextformat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B9DB5B3-1DEF-45BF-8870-506BD3A1EE35}"/>
              </a:ext>
            </a:extLst>
          </p:cNvPr>
          <p:cNvSpPr/>
          <p:nvPr userDrawn="1"/>
        </p:nvSpPr>
        <p:spPr>
          <a:xfrm>
            <a:off x="0" y="6449786"/>
            <a:ext cx="12192000" cy="408214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7A506CE-BA58-4B4C-A491-91CD35ECC3E4}"/>
              </a:ext>
            </a:extLst>
          </p:cNvPr>
          <p:cNvSpPr/>
          <p:nvPr userDrawn="1"/>
        </p:nvSpPr>
        <p:spPr>
          <a:xfrm>
            <a:off x="0" y="6449787"/>
            <a:ext cx="12192000" cy="45719"/>
          </a:xfrm>
          <a:prstGeom prst="rect">
            <a:avLst/>
          </a:prstGeom>
          <a:solidFill>
            <a:srgbClr val="EC74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5BA6E27-CE70-4F6B-A3BF-E28A0583B6B1}"/>
              </a:ext>
            </a:extLst>
          </p:cNvPr>
          <p:cNvSpPr txBox="1">
            <a:spLocks/>
          </p:cNvSpPr>
          <p:nvPr userDrawn="1"/>
        </p:nvSpPr>
        <p:spPr>
          <a:xfrm>
            <a:off x="10651963" y="6500427"/>
            <a:ext cx="9695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ED54F0-10E7-43D2-BF6A-1A24323B9C33}" type="slidenum">
              <a:rPr lang="en-US" sz="1200" b="1" kern="1200" smtClean="0">
                <a:solidFill>
                  <a:srgbClr val="0D3183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pPr/>
              <a:t>‹#›</a:t>
            </a:fld>
            <a:endParaRPr lang="en-US" sz="1200" b="1" kern="1200" dirty="0">
              <a:solidFill>
                <a:srgbClr val="0D3183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9AFD58-619B-43E7-95A7-45DA7562B2C0}"/>
              </a:ext>
            </a:extLst>
          </p:cNvPr>
          <p:cNvSpPr txBox="1">
            <a:spLocks/>
          </p:cNvSpPr>
          <p:nvPr userDrawn="1"/>
        </p:nvSpPr>
        <p:spPr>
          <a:xfrm>
            <a:off x="1327150" y="6569075"/>
            <a:ext cx="5194300" cy="227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95E"/>
                </a:solidFill>
              </a:rPr>
              <a:t>FIREFLY 2 - 15.09.2025 – Project Meeting #04</a:t>
            </a:r>
          </a:p>
        </p:txBody>
      </p:sp>
    </p:spTree>
    <p:extLst>
      <p:ext uri="{BB962C8B-B14F-4D97-AF65-F5344CB8AC3E}">
        <p14:creationId xmlns:p14="http://schemas.microsoft.com/office/powerpoint/2010/main" val="387412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76" r:id="rId2"/>
    <p:sldLayoutId id="2147483687" r:id="rId3"/>
    <p:sldLayoutId id="2147483692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2A1DCD-FCD1-42F2-9B70-43C61BB2D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Firefly 2 – Project Meeting #04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8339-43F7-420A-BBC7-932CD33F807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sz="2000" dirty="0"/>
              <a:t>Mobiles und vernetztes Positionierungssystem zur gestützten Navigation in urbanen Umgebungen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84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4AE7-A65A-4E42-8919-ED1004F3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F3754-1037-4084-8C42-4D12ED683C17}"/>
              </a:ext>
            </a:extLst>
          </p:cNvPr>
          <p:cNvSpPr/>
          <p:nvPr/>
        </p:nvSpPr>
        <p:spPr>
          <a:xfrm>
            <a:off x="838200" y="2265316"/>
            <a:ext cx="1440000" cy="54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GNSS + PL</a:t>
            </a:r>
          </a:p>
        </p:txBody>
      </p:sp>
      <p:cxnSp>
        <p:nvCxnSpPr>
          <p:cNvPr id="5" name="Gerade Verbindung mit Pfeil 57">
            <a:extLst>
              <a:ext uri="{FF2B5EF4-FFF2-40B4-BE49-F238E27FC236}">
                <a16:creationId xmlns:a16="http://schemas.microsoft.com/office/drawing/2014/main" id="{1044CE7F-9079-4EBB-9383-4A7AA76299E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6421600" y="3812952"/>
            <a:ext cx="5522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Gerade Verbindung mit Pfeil 57">
            <a:extLst>
              <a:ext uri="{FF2B5EF4-FFF2-40B4-BE49-F238E27FC236}">
                <a16:creationId xmlns:a16="http://schemas.microsoft.com/office/drawing/2014/main" id="{A081ABCC-7814-4F74-B59B-D38F137739D1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8606269" y="2535316"/>
            <a:ext cx="8201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57">
            <a:extLst>
              <a:ext uri="{FF2B5EF4-FFF2-40B4-BE49-F238E27FC236}">
                <a16:creationId xmlns:a16="http://schemas.microsoft.com/office/drawing/2014/main" id="{17C9D9F4-C97F-4D1E-8072-A5B81729FF8F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2278200" y="2535316"/>
            <a:ext cx="653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1F2682F-B080-4FDD-B22D-E0D40F85594F}"/>
              </a:ext>
            </a:extLst>
          </p:cNvPr>
          <p:cNvSpPr/>
          <p:nvPr/>
        </p:nvSpPr>
        <p:spPr>
          <a:xfrm>
            <a:off x="7166269" y="2265316"/>
            <a:ext cx="144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ML</a:t>
            </a: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8DE889E4-33B2-4CCB-8C9A-AD8F459C7BFC}"/>
              </a:ext>
            </a:extLst>
          </p:cNvPr>
          <p:cNvSpPr/>
          <p:nvPr/>
        </p:nvSpPr>
        <p:spPr>
          <a:xfrm>
            <a:off x="1018200" y="3542952"/>
            <a:ext cx="1080000" cy="540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IMU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9BB81C1D-56E4-4141-AD1E-043283B0BDCF}"/>
              </a:ext>
            </a:extLst>
          </p:cNvPr>
          <p:cNvSpPr/>
          <p:nvPr/>
        </p:nvSpPr>
        <p:spPr>
          <a:xfrm>
            <a:off x="5222311" y="2265316"/>
            <a:ext cx="126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SPP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A7D1E1-558A-4131-9464-4A65F78A1F3A}"/>
              </a:ext>
            </a:extLst>
          </p:cNvPr>
          <p:cNvSpPr/>
          <p:nvPr/>
        </p:nvSpPr>
        <p:spPr>
          <a:xfrm>
            <a:off x="2931480" y="2085316"/>
            <a:ext cx="1518093" cy="9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Preprocessing/Correction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DA50DD1E-B8F7-45B8-BEE5-0019FD9645F1}"/>
              </a:ext>
            </a:extLst>
          </p:cNvPr>
          <p:cNvSpPr/>
          <p:nvPr/>
        </p:nvSpPr>
        <p:spPr>
          <a:xfrm>
            <a:off x="5283021" y="3355163"/>
            <a:ext cx="1138579" cy="9155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LC EKF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13" name="Gerade Verbindung mit Pfeil 57">
            <a:extLst>
              <a:ext uri="{FF2B5EF4-FFF2-40B4-BE49-F238E27FC236}">
                <a16:creationId xmlns:a16="http://schemas.microsoft.com/office/drawing/2014/main" id="{E787948B-4AB9-49F6-87AF-46DEE3946A90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4449573" y="2535316"/>
            <a:ext cx="772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57">
            <a:extLst>
              <a:ext uri="{FF2B5EF4-FFF2-40B4-BE49-F238E27FC236}">
                <a16:creationId xmlns:a16="http://schemas.microsoft.com/office/drawing/2014/main" id="{B5F2E5E7-275C-4E96-9D88-D2B8EFB0894B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6482311" y="2535316"/>
            <a:ext cx="6839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57">
            <a:extLst>
              <a:ext uri="{FF2B5EF4-FFF2-40B4-BE49-F238E27FC236}">
                <a16:creationId xmlns:a16="http://schemas.microsoft.com/office/drawing/2014/main" id="{C69359F5-D9DC-4C39-94F1-D31BA5F6FE96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0686422" y="2535316"/>
            <a:ext cx="4155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57">
            <a:extLst>
              <a:ext uri="{FF2B5EF4-FFF2-40B4-BE49-F238E27FC236}">
                <a16:creationId xmlns:a16="http://schemas.microsoft.com/office/drawing/2014/main" id="{C2EDD28B-92A6-421E-8B4E-17A0CDBAFC1B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2098200" y="3812952"/>
            <a:ext cx="31848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57">
            <a:extLst>
              <a:ext uri="{FF2B5EF4-FFF2-40B4-BE49-F238E27FC236}">
                <a16:creationId xmlns:a16="http://schemas.microsoft.com/office/drawing/2014/main" id="{CA00B326-3F2B-4E69-A390-7348AA12B2A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5852311" y="2805316"/>
            <a:ext cx="0" cy="5498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B0BFD8A0-E818-490C-95E9-31C3BE7FCC85}"/>
              </a:ext>
            </a:extLst>
          </p:cNvPr>
          <p:cNvSpPr/>
          <p:nvPr/>
        </p:nvSpPr>
        <p:spPr>
          <a:xfrm>
            <a:off x="9426422" y="2265316"/>
            <a:ext cx="126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SPP</a:t>
            </a:r>
            <a:endParaRPr 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019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Real-World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027"/>
            <a:ext cx="4412810" cy="5059936"/>
          </a:xfrm>
        </p:spPr>
        <p:txBody>
          <a:bodyPr>
            <a:normAutofit/>
          </a:bodyPr>
          <a:lstStyle/>
          <a:p>
            <a:r>
              <a:rPr lang="en-CA" sz="2000" dirty="0"/>
              <a:t>Handover from Qiaoxiao (End of June)</a:t>
            </a:r>
          </a:p>
          <a:p>
            <a:r>
              <a:rPr lang="en-CA" sz="2000" dirty="0"/>
              <a:t>Familiarize and fix some bugs</a:t>
            </a:r>
          </a:p>
          <a:p>
            <a:r>
              <a:rPr lang="en-CA" sz="2000" dirty="0"/>
              <a:t>Switch to Python (Flexible and better for development)</a:t>
            </a:r>
          </a:p>
          <a:p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1F8955-632E-4A32-A39F-79F76F4EA30A}"/>
              </a:ext>
            </a:extLst>
          </p:cNvPr>
          <p:cNvSpPr/>
          <p:nvPr/>
        </p:nvSpPr>
        <p:spPr>
          <a:xfrm>
            <a:off x="5739897" y="1089718"/>
            <a:ext cx="2299580" cy="6485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9E2DE9-EFF0-472F-98A7-4D86794E9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2814117"/>
            <a:ext cx="4818462" cy="36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F0F99B-E868-4EFA-9BFF-A161E5261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342" y="2814117"/>
            <a:ext cx="444659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1D6A62E-7D4B-459D-98C0-534B23FC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505" y="2446037"/>
            <a:ext cx="3930516" cy="39499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58BF49-7ABF-4DDC-B27D-6C2F2FFEF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59834"/>
            <a:ext cx="4050082" cy="4138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Real-World Data 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1F8955-632E-4A32-A39F-79F76F4EA30A}"/>
              </a:ext>
            </a:extLst>
          </p:cNvPr>
          <p:cNvSpPr/>
          <p:nvPr/>
        </p:nvSpPr>
        <p:spPr>
          <a:xfrm>
            <a:off x="7957995" y="1089718"/>
            <a:ext cx="1176951" cy="6485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0F8E3A-9902-4B57-97EE-9DDBA49CAAE1}"/>
              </a:ext>
            </a:extLst>
          </p:cNvPr>
          <p:cNvSpPr/>
          <p:nvPr/>
        </p:nvSpPr>
        <p:spPr>
          <a:xfrm>
            <a:off x="2517712" y="2406398"/>
            <a:ext cx="1846058" cy="2654489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F6077E-1B45-485B-A660-0E703DC2826C}"/>
              </a:ext>
            </a:extLst>
          </p:cNvPr>
          <p:cNvCxnSpPr/>
          <p:nvPr/>
        </p:nvCxnSpPr>
        <p:spPr>
          <a:xfrm>
            <a:off x="4363770" y="2406398"/>
            <a:ext cx="1973656" cy="22816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D13B23-9DB6-45F4-B151-5DA85FCF131F}"/>
              </a:ext>
            </a:extLst>
          </p:cNvPr>
          <p:cNvCxnSpPr>
            <a:cxnSpLocks/>
          </p:cNvCxnSpPr>
          <p:nvPr/>
        </p:nvCxnSpPr>
        <p:spPr>
          <a:xfrm>
            <a:off x="4363770" y="5060888"/>
            <a:ext cx="1973656" cy="1013987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C89B6BA-B691-43B6-8BC5-996176780E87}"/>
              </a:ext>
            </a:extLst>
          </p:cNvPr>
          <p:cNvSpPr/>
          <p:nvPr/>
        </p:nvSpPr>
        <p:spPr>
          <a:xfrm>
            <a:off x="1548991" y="2406398"/>
            <a:ext cx="279995" cy="680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EA3124-0605-41C5-A8D9-F37E8F3E2EB1}"/>
              </a:ext>
            </a:extLst>
          </p:cNvPr>
          <p:cNvSpPr/>
          <p:nvPr/>
        </p:nvSpPr>
        <p:spPr>
          <a:xfrm>
            <a:off x="6625538" y="2710603"/>
            <a:ext cx="236051" cy="650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D08D6-176F-416F-AF2C-D98A96E9FF97}"/>
              </a:ext>
            </a:extLst>
          </p:cNvPr>
          <p:cNvSpPr txBox="1"/>
          <p:nvPr/>
        </p:nvSpPr>
        <p:spPr>
          <a:xfrm>
            <a:off x="1439672" y="2368063"/>
            <a:ext cx="636646" cy="8233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950" dirty="0"/>
              <a:t>GT</a:t>
            </a:r>
          </a:p>
          <a:p>
            <a:r>
              <a:rPr lang="en-CA" sz="950" dirty="0"/>
              <a:t>GPS</a:t>
            </a:r>
          </a:p>
          <a:p>
            <a:r>
              <a:rPr lang="en-CA" sz="950" dirty="0"/>
              <a:t>All</a:t>
            </a:r>
          </a:p>
          <a:p>
            <a:r>
              <a:rPr lang="en-CA" sz="950" dirty="0"/>
              <a:t>GPS+PL</a:t>
            </a:r>
          </a:p>
          <a:p>
            <a:r>
              <a:rPr lang="en-CA" sz="950" dirty="0"/>
              <a:t>GPS+LTE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1B17B7-D949-4039-A97D-AE595D6D5612}"/>
              </a:ext>
            </a:extLst>
          </p:cNvPr>
          <p:cNvSpPr txBox="1"/>
          <p:nvPr/>
        </p:nvSpPr>
        <p:spPr>
          <a:xfrm>
            <a:off x="6488948" y="2627420"/>
            <a:ext cx="636646" cy="8233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950" dirty="0"/>
              <a:t>GT</a:t>
            </a:r>
          </a:p>
          <a:p>
            <a:r>
              <a:rPr lang="en-CA" sz="950" dirty="0"/>
              <a:t>GPS</a:t>
            </a:r>
          </a:p>
          <a:p>
            <a:r>
              <a:rPr lang="en-CA" sz="950" dirty="0"/>
              <a:t>All</a:t>
            </a:r>
          </a:p>
          <a:p>
            <a:r>
              <a:rPr lang="en-CA" sz="950" dirty="0"/>
              <a:t>GPS+PL</a:t>
            </a:r>
          </a:p>
          <a:p>
            <a:r>
              <a:rPr lang="en-CA" sz="950" dirty="0"/>
              <a:t>GPS+LTE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2FDD722-A936-4773-A4E0-224FDACBE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027"/>
            <a:ext cx="4412810" cy="721671"/>
          </a:xfrm>
        </p:spPr>
        <p:txBody>
          <a:bodyPr>
            <a:normAutofit/>
          </a:bodyPr>
          <a:lstStyle/>
          <a:p>
            <a:r>
              <a:rPr lang="en-CA" sz="2000" dirty="0"/>
              <a:t>SPP/Least Squares</a:t>
            </a:r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36378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1D6A62E-7D4B-459D-98C0-534B23FC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505" y="2446037"/>
            <a:ext cx="3930516" cy="39499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Real-World Data 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1F8955-632E-4A32-A39F-79F76F4EA30A}"/>
              </a:ext>
            </a:extLst>
          </p:cNvPr>
          <p:cNvSpPr/>
          <p:nvPr/>
        </p:nvSpPr>
        <p:spPr>
          <a:xfrm>
            <a:off x="7957995" y="1089718"/>
            <a:ext cx="1176951" cy="6485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EA3124-0605-41C5-A8D9-F37E8F3E2EB1}"/>
              </a:ext>
            </a:extLst>
          </p:cNvPr>
          <p:cNvSpPr/>
          <p:nvPr/>
        </p:nvSpPr>
        <p:spPr>
          <a:xfrm>
            <a:off x="6625538" y="2710603"/>
            <a:ext cx="236051" cy="650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1B17B7-D949-4039-A97D-AE595D6D5612}"/>
              </a:ext>
            </a:extLst>
          </p:cNvPr>
          <p:cNvSpPr txBox="1"/>
          <p:nvPr/>
        </p:nvSpPr>
        <p:spPr>
          <a:xfrm>
            <a:off x="6488948" y="2627420"/>
            <a:ext cx="636646" cy="8233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950" dirty="0"/>
              <a:t>GT</a:t>
            </a:r>
          </a:p>
          <a:p>
            <a:r>
              <a:rPr lang="en-CA" sz="950" dirty="0"/>
              <a:t>GPS</a:t>
            </a:r>
          </a:p>
          <a:p>
            <a:r>
              <a:rPr lang="en-CA" sz="950" dirty="0"/>
              <a:t>All</a:t>
            </a:r>
          </a:p>
          <a:p>
            <a:r>
              <a:rPr lang="en-CA" sz="950" dirty="0"/>
              <a:t>GPS+PL</a:t>
            </a:r>
          </a:p>
          <a:p>
            <a:r>
              <a:rPr lang="en-CA" sz="950" dirty="0"/>
              <a:t>GPS+LTE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41D133D-6B3D-474F-9455-DF9AC9810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38352"/>
              </p:ext>
            </p:extLst>
          </p:nvPr>
        </p:nvGraphicFramePr>
        <p:xfrm>
          <a:off x="838200" y="2997139"/>
          <a:ext cx="4884855" cy="167640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628285">
                  <a:extLst>
                    <a:ext uri="{9D8B030D-6E8A-4147-A177-3AD203B41FA5}">
                      <a16:colId xmlns:a16="http://schemas.microsoft.com/office/drawing/2014/main" val="3525637161"/>
                    </a:ext>
                  </a:extLst>
                </a:gridCol>
                <a:gridCol w="1628285">
                  <a:extLst>
                    <a:ext uri="{9D8B030D-6E8A-4147-A177-3AD203B41FA5}">
                      <a16:colId xmlns:a16="http://schemas.microsoft.com/office/drawing/2014/main" val="3719419948"/>
                    </a:ext>
                  </a:extLst>
                </a:gridCol>
                <a:gridCol w="1628285">
                  <a:extLst>
                    <a:ext uri="{9D8B030D-6E8A-4147-A177-3AD203B41FA5}">
                      <a16:colId xmlns:a16="http://schemas.microsoft.com/office/drawing/2014/main" val="596075659"/>
                    </a:ext>
                  </a:extLst>
                </a:gridCol>
              </a:tblGrid>
              <a:tr h="326605">
                <a:tc>
                  <a:txBody>
                    <a:bodyPr/>
                    <a:lstStyle/>
                    <a:p>
                      <a:pPr algn="l"/>
                      <a:r>
                        <a:rPr lang="en-CA" sz="1600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/>
                        <a:t>2D Error /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/>
                        <a:t>3D Error /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634674"/>
                  </a:ext>
                </a:extLst>
              </a:tr>
              <a:tr h="240635">
                <a:tc>
                  <a:txBody>
                    <a:bodyPr/>
                    <a:lstStyle/>
                    <a:p>
                      <a:pPr algn="l"/>
                      <a:r>
                        <a:rPr lang="en-CA" sz="1600" b="1" dirty="0"/>
                        <a:t>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5.299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13.940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293045"/>
                  </a:ext>
                </a:extLst>
              </a:tr>
              <a:tr h="240635">
                <a:tc>
                  <a:txBody>
                    <a:bodyPr/>
                    <a:lstStyle/>
                    <a:p>
                      <a:pPr algn="l"/>
                      <a:r>
                        <a:rPr lang="en-CA" sz="1600" b="1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2.880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3.641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3117960"/>
                  </a:ext>
                </a:extLst>
              </a:tr>
              <a:tr h="240635">
                <a:tc>
                  <a:txBody>
                    <a:bodyPr/>
                    <a:lstStyle/>
                    <a:p>
                      <a:pPr algn="l"/>
                      <a:r>
                        <a:rPr lang="en-CA" sz="1600" b="1" dirty="0"/>
                        <a:t>GPS+PL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4.842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6.520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720968"/>
                  </a:ext>
                </a:extLst>
              </a:tr>
              <a:tr h="240635">
                <a:tc>
                  <a:txBody>
                    <a:bodyPr/>
                    <a:lstStyle/>
                    <a:p>
                      <a:pPr algn="l"/>
                      <a:r>
                        <a:rPr lang="en-CA" sz="1600" b="1" dirty="0"/>
                        <a:t>GPS+LTE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2.900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4.278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174185"/>
                  </a:ext>
                </a:extLst>
              </a:tr>
            </a:tbl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A08EC6-E919-45AF-AA84-5371910F0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027"/>
            <a:ext cx="4412810" cy="721671"/>
          </a:xfrm>
        </p:spPr>
        <p:txBody>
          <a:bodyPr>
            <a:normAutofit/>
          </a:bodyPr>
          <a:lstStyle/>
          <a:p>
            <a:r>
              <a:rPr lang="en-CA" sz="2000" dirty="0"/>
              <a:t>SPP/Least Squares</a:t>
            </a:r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86745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Real-World Data EKF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027"/>
            <a:ext cx="4412810" cy="1441095"/>
          </a:xfrm>
        </p:spPr>
        <p:txBody>
          <a:bodyPr>
            <a:normAutofit/>
          </a:bodyPr>
          <a:lstStyle/>
          <a:p>
            <a:r>
              <a:rPr lang="en-CA" sz="2000" dirty="0"/>
              <a:t>LC EKF</a:t>
            </a:r>
          </a:p>
          <a:p>
            <a:pPr lvl="1"/>
            <a:r>
              <a:rPr lang="en-CA" sz="1800" dirty="0"/>
              <a:t>GPS only (Left), All (Right) </a:t>
            </a:r>
          </a:p>
          <a:p>
            <a:r>
              <a:rPr lang="en-CA" sz="2000" dirty="0"/>
              <a:t>Still need tuning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4" name="L-Shape 3">
            <a:extLst>
              <a:ext uri="{FF2B5EF4-FFF2-40B4-BE49-F238E27FC236}">
                <a16:creationId xmlns:a16="http://schemas.microsoft.com/office/drawing/2014/main" id="{98EF345C-D555-4B1B-A46A-5254F443D96C}"/>
              </a:ext>
            </a:extLst>
          </p:cNvPr>
          <p:cNvSpPr/>
          <p:nvPr/>
        </p:nvSpPr>
        <p:spPr>
          <a:xfrm rot="16200000">
            <a:off x="6851658" y="68638"/>
            <a:ext cx="1262061" cy="3358835"/>
          </a:xfrm>
          <a:prstGeom prst="corner">
            <a:avLst>
              <a:gd name="adj1" fmla="val 95669"/>
              <a:gd name="adj2" fmla="val 49238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DDDB16-B43C-465B-A8E6-122A0648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58" y="2558122"/>
            <a:ext cx="4735293" cy="37401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798D36-F328-4201-9701-00E0401BC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724" y="2618943"/>
            <a:ext cx="4569076" cy="381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1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027"/>
            <a:ext cx="4412810" cy="5059936"/>
          </a:xfrm>
        </p:spPr>
        <p:txBody>
          <a:bodyPr>
            <a:normAutofit/>
          </a:bodyPr>
          <a:lstStyle/>
          <a:p>
            <a:r>
              <a:rPr lang="en-CA" sz="2000" dirty="0"/>
              <a:t>Simulation data for ML</a:t>
            </a:r>
          </a:p>
          <a:p>
            <a:pPr lvl="1"/>
            <a:r>
              <a:rPr lang="en-CA" sz="1800" dirty="0"/>
              <a:t>Similar location/time with MC</a:t>
            </a:r>
          </a:p>
          <a:p>
            <a:pPr lvl="1"/>
            <a:r>
              <a:rPr lang="en-CA" sz="1800" dirty="0"/>
              <a:t>Circle (r=15, 25)</a:t>
            </a:r>
          </a:p>
          <a:p>
            <a:pPr lvl="1"/>
            <a:r>
              <a:rPr lang="en-CA" sz="1800" dirty="0"/>
              <a:t>Ellipse (a=14, b=8; a=20, b=10)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1F8955-632E-4A32-A39F-79F76F4EA30A}"/>
              </a:ext>
            </a:extLst>
          </p:cNvPr>
          <p:cNvSpPr/>
          <p:nvPr/>
        </p:nvSpPr>
        <p:spPr>
          <a:xfrm flipH="1">
            <a:off x="5776111" y="1117028"/>
            <a:ext cx="4372820" cy="58502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4BA8FB-0032-44E5-9D3C-36801A129A3E}"/>
              </a:ext>
            </a:extLst>
          </p:cNvPr>
          <p:cNvGrpSpPr/>
          <p:nvPr/>
        </p:nvGrpSpPr>
        <p:grpSpPr>
          <a:xfrm>
            <a:off x="7792519" y="3401287"/>
            <a:ext cx="3702443" cy="2846404"/>
            <a:chOff x="6972346" y="2694969"/>
            <a:chExt cx="3702443" cy="2846404"/>
          </a:xfrm>
        </p:grpSpPr>
        <p:pic>
          <p:nvPicPr>
            <p:cNvPr id="7" name="Picture 5">
              <a:extLst>
                <a:ext uri="{FF2B5EF4-FFF2-40B4-BE49-F238E27FC236}">
                  <a16:creationId xmlns:a16="http://schemas.microsoft.com/office/drawing/2014/main" id="{52AA12B0-9FA9-4A31-B9A0-B01E9ACCF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769" b="96423" l="3883" r="99245">
                          <a14:foregroundMark x1="44768" y1="3875" x2="42611" y2="35768"/>
                          <a14:foregroundMark x1="42611" y1="35768" x2="46278" y2="45902"/>
                          <a14:foregroundMark x1="62467" y1="49621" x2="94283" y2="56930"/>
                          <a14:foregroundMark x1="46278" y1="45902" x2="61865" y2="49483"/>
                          <a14:foregroundMark x1="94283" y1="56930" x2="98274" y2="17288"/>
                          <a14:foregroundMark x1="98274" y1="17288" x2="92949" y2="9356"/>
                          <a14:foregroundMark x1="73204" y1="6712" x2="44984" y2="6259"/>
                          <a14:foregroundMark x1="44984" y1="6259" x2="57713" y2="5514"/>
                          <a14:foregroundMark x1="57713" y1="5514" x2="71197" y2="8644"/>
                          <a14:foregroundMark x1="44768" y1="12370" x2="44552" y2="38599"/>
                          <a14:foregroundMark x1="44552" y1="38599" x2="48436" y2="45753"/>
                          <a14:foregroundMark x1="70658" y1="7750" x2="78265" y2="7750"/>
                          <a14:foregroundMark x1="95224" y1="9605" x2="98166" y2="18331"/>
                          <a14:foregroundMark x1="98166" y1="18331" x2="92233" y2="57228"/>
                          <a14:foregroundMark x1="94150" y1="9488" x2="99245" y2="16393"/>
                          <a14:foregroundMark x1="99245" y1="16393" x2="98813" y2="18629"/>
                          <a14:foregroundMark x1="93408" y1="9406" x2="99137" y2="14754"/>
                          <a14:foregroundMark x1="99137" y1="14754" x2="99245" y2="15946"/>
                          <a14:foregroundMark x1="95060" y1="9587" x2="99137" y2="13860"/>
                          <a14:foregroundMark x1="99137" y1="13860" x2="99137" y2="14009"/>
                          <a14:foregroundMark x1="79822" y1="96036" x2="81553" y2="96721"/>
                          <a14:foregroundMark x1="57066" y1="87034" x2="58654" y2="87662"/>
                          <a14:foregroundMark x1="83618" y1="93274" x2="86731" y2="88077"/>
                          <a14:foregroundMark x1="86731" y1="88077" x2="87055" y2="85544"/>
                          <a14:foregroundMark x1="10787" y1="53949" x2="5178" y2="61848"/>
                          <a14:foregroundMark x1="5178" y1="61848" x2="6041" y2="72429"/>
                          <a14:foregroundMark x1="6041" y1="72429" x2="13484" y2="69747"/>
                          <a14:foregroundMark x1="13484" y1="69747" x2="13484" y2="69747"/>
                          <a14:foregroundMark x1="11543" y1="54396" x2="3883" y2="58271"/>
                          <a14:foregroundMark x1="3883" y1="58271" x2="12513" y2="54396"/>
                          <a14:foregroundMark x1="12513" y1="54396" x2="12406" y2="54396"/>
                          <a14:backgroundMark x1="56634" y1="89568" x2="81338" y2="94039"/>
                          <a14:backgroundMark x1="81338" y1="94039" x2="85545" y2="98361"/>
                          <a14:backgroundMark x1="96980" y1="58420" x2="99892" y2="21162"/>
                          <a14:backgroundMark x1="74002" y1="5067" x2="99892" y2="7899"/>
                          <a14:backgroundMark x1="60734" y1="50969" x2="61489" y2="517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72346" y="2694969"/>
              <a:ext cx="3702443" cy="2679978"/>
            </a:xfrm>
            <a:prstGeom prst="rect">
              <a:avLst/>
            </a:prstGeom>
          </p:spPr>
        </p:pic>
        <p:sp>
          <p:nvSpPr>
            <p:cNvPr id="8" name="矩形 11">
              <a:extLst>
                <a:ext uri="{FF2B5EF4-FFF2-40B4-BE49-F238E27FC236}">
                  <a16:creationId xmlns:a16="http://schemas.microsoft.com/office/drawing/2014/main" id="{A48A5E60-1EDF-4960-A50D-4F060B759489}"/>
                </a:ext>
              </a:extLst>
            </p:cNvPr>
            <p:cNvSpPr/>
            <p:nvPr/>
          </p:nvSpPr>
          <p:spPr>
            <a:xfrm>
              <a:off x="7315600" y="5172041"/>
              <a:ext cx="301593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333333"/>
                  </a:solidFill>
                  <a:latin typeface="MyriadPro-Light"/>
                </a:rPr>
                <a:t>NCS NOVA GNSS Simulator [1]</a:t>
              </a:r>
            </a:p>
          </p:txBody>
        </p:sp>
      </p:grpSp>
      <p:sp>
        <p:nvSpPr>
          <p:cNvPr id="9" name="文字方塊 45">
            <a:extLst>
              <a:ext uri="{FF2B5EF4-FFF2-40B4-BE49-F238E27FC236}">
                <a16:creationId xmlns:a16="http://schemas.microsoft.com/office/drawing/2014/main" id="{07480BD0-DD93-4285-9A35-E1D346846918}"/>
              </a:ext>
            </a:extLst>
          </p:cNvPr>
          <p:cNvSpPr txBox="1"/>
          <p:nvPr/>
        </p:nvSpPr>
        <p:spPr>
          <a:xfrm>
            <a:off x="0" y="6247691"/>
            <a:ext cx="114949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[1] IFEN NCS NOVA GNSS Simulator manual, https://www.ifen.com/fileadmin/documents/pdf/NCS_TITAN_und_NOVA/STX.NOVA_July2019.pdf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082E2C-8B7A-4619-8F3B-DDB16DA56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99" y="2647691"/>
            <a:ext cx="3606581" cy="36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929281-1DE3-4A53-8B01-DE6790F1C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7321" y="2647691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0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7027"/>
            <a:ext cx="4937911" cy="5059936"/>
          </a:xfrm>
        </p:spPr>
        <p:txBody>
          <a:bodyPr>
            <a:normAutofit/>
          </a:bodyPr>
          <a:lstStyle/>
          <a:p>
            <a:r>
              <a:rPr lang="en-CA" sz="2000" dirty="0"/>
              <a:t>Multipath simulation</a:t>
            </a:r>
          </a:p>
          <a:p>
            <a:r>
              <a:rPr lang="en-CA" sz="2000" b="1" dirty="0"/>
              <a:t>Imbalanced</a:t>
            </a:r>
            <a:r>
              <a:rPr lang="en-CA" sz="2000" dirty="0"/>
              <a:t> LOS and NLOS data</a:t>
            </a:r>
          </a:p>
          <a:p>
            <a:r>
              <a:rPr lang="en-CA" sz="2000" dirty="0"/>
              <a:t> Open-sourced data: 50~80% LOS</a:t>
            </a:r>
          </a:p>
          <a:p>
            <a:pPr lvl="1"/>
            <a:r>
              <a:rPr lang="en-CA" sz="1800" dirty="0"/>
              <a:t>HK: 60% LOS</a:t>
            </a:r>
          </a:p>
          <a:p>
            <a:pPr lvl="1"/>
            <a:r>
              <a:rPr lang="en-CA" sz="1800" dirty="0"/>
              <a:t>Aachen: 80% LOS</a:t>
            </a:r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24FBF2-2656-4C9A-A86E-232187D3ADDA}"/>
              </a:ext>
            </a:extLst>
          </p:cNvPr>
          <p:cNvSpPr/>
          <p:nvPr/>
        </p:nvSpPr>
        <p:spPr>
          <a:xfrm flipH="1">
            <a:off x="5776111" y="1117028"/>
            <a:ext cx="4372820" cy="58502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854BF4-77EC-473B-B5E6-0E6C1A489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59977"/>
              </p:ext>
            </p:extLst>
          </p:nvPr>
        </p:nvGraphicFramePr>
        <p:xfrm>
          <a:off x="5588448" y="3025107"/>
          <a:ext cx="5765352" cy="182880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441338">
                  <a:extLst>
                    <a:ext uri="{9D8B030D-6E8A-4147-A177-3AD203B41FA5}">
                      <a16:colId xmlns:a16="http://schemas.microsoft.com/office/drawing/2014/main" val="3688217689"/>
                    </a:ext>
                  </a:extLst>
                </a:gridCol>
                <a:gridCol w="1441338">
                  <a:extLst>
                    <a:ext uri="{9D8B030D-6E8A-4147-A177-3AD203B41FA5}">
                      <a16:colId xmlns:a16="http://schemas.microsoft.com/office/drawing/2014/main" val="2975954608"/>
                    </a:ext>
                  </a:extLst>
                </a:gridCol>
                <a:gridCol w="1441338">
                  <a:extLst>
                    <a:ext uri="{9D8B030D-6E8A-4147-A177-3AD203B41FA5}">
                      <a16:colId xmlns:a16="http://schemas.microsoft.com/office/drawing/2014/main" val="775360028"/>
                    </a:ext>
                  </a:extLst>
                </a:gridCol>
                <a:gridCol w="1441338">
                  <a:extLst>
                    <a:ext uri="{9D8B030D-6E8A-4147-A177-3AD203B41FA5}">
                      <a16:colId xmlns:a16="http://schemas.microsoft.com/office/drawing/2014/main" val="1677004052"/>
                    </a:ext>
                  </a:extLst>
                </a:gridCol>
              </a:tblGrid>
              <a:tr h="365692">
                <a:tc>
                  <a:txBody>
                    <a:bodyPr/>
                    <a:lstStyle/>
                    <a:p>
                      <a:r>
                        <a:rPr lang="en-CA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/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/>
                        <a:t>Circle LOS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/>
                        <a:t>Ellipse LOS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487571"/>
                  </a:ext>
                </a:extLst>
              </a:tr>
              <a:tr h="365692">
                <a:tc rowSpan="2">
                  <a:txBody>
                    <a:bodyPr/>
                    <a:lstStyle/>
                    <a:p>
                      <a:r>
                        <a:rPr lang="en-CA" b="1" dirty="0"/>
                        <a:t>Urban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~18%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~20%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663123"/>
                  </a:ext>
                </a:extLst>
              </a:tr>
              <a:tr h="365692">
                <a:tc vMerge="1"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~82%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~93%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935903"/>
                  </a:ext>
                </a:extLst>
              </a:tr>
              <a:tr h="365692">
                <a:tc rowSpan="2">
                  <a:txBody>
                    <a:bodyPr/>
                    <a:lstStyle/>
                    <a:p>
                      <a:r>
                        <a:rPr lang="en-CA" b="1" dirty="0"/>
                        <a:t>Suburban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~30%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~22%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130656"/>
                  </a:ext>
                </a:extLst>
              </a:tr>
              <a:tr h="365692">
                <a:tc vMerge="1"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75–83%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~93%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712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30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027"/>
            <a:ext cx="4412810" cy="5059936"/>
          </a:xfrm>
        </p:spPr>
        <p:txBody>
          <a:bodyPr>
            <a:normAutofit/>
          </a:bodyPr>
          <a:lstStyle/>
          <a:p>
            <a:r>
              <a:rPr lang="en-CA" sz="2000" dirty="0"/>
              <a:t>Difference between simulated and real-world data</a:t>
            </a:r>
          </a:p>
          <a:p>
            <a:r>
              <a:rPr lang="en-CA" sz="2000" dirty="0"/>
              <a:t>Commonly used features for 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24FBF2-2656-4C9A-A86E-232187D3ADDA}"/>
              </a:ext>
            </a:extLst>
          </p:cNvPr>
          <p:cNvSpPr/>
          <p:nvPr/>
        </p:nvSpPr>
        <p:spPr>
          <a:xfrm flipH="1">
            <a:off x="5776111" y="1117028"/>
            <a:ext cx="4372820" cy="58502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88F160-DE10-4596-A45C-4418BCE90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43802"/>
              </p:ext>
            </p:extLst>
          </p:nvPr>
        </p:nvGraphicFramePr>
        <p:xfrm>
          <a:off x="932511" y="2379089"/>
          <a:ext cx="8225315" cy="3924426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645063">
                  <a:extLst>
                    <a:ext uri="{9D8B030D-6E8A-4147-A177-3AD203B41FA5}">
                      <a16:colId xmlns:a16="http://schemas.microsoft.com/office/drawing/2014/main" val="1411129433"/>
                    </a:ext>
                  </a:extLst>
                </a:gridCol>
                <a:gridCol w="1645063">
                  <a:extLst>
                    <a:ext uri="{9D8B030D-6E8A-4147-A177-3AD203B41FA5}">
                      <a16:colId xmlns:a16="http://schemas.microsoft.com/office/drawing/2014/main" val="18078940"/>
                    </a:ext>
                  </a:extLst>
                </a:gridCol>
                <a:gridCol w="1645063">
                  <a:extLst>
                    <a:ext uri="{9D8B030D-6E8A-4147-A177-3AD203B41FA5}">
                      <a16:colId xmlns:a16="http://schemas.microsoft.com/office/drawing/2014/main" val="1332046324"/>
                    </a:ext>
                  </a:extLst>
                </a:gridCol>
                <a:gridCol w="1645063">
                  <a:extLst>
                    <a:ext uri="{9D8B030D-6E8A-4147-A177-3AD203B41FA5}">
                      <a16:colId xmlns:a16="http://schemas.microsoft.com/office/drawing/2014/main" val="1048931151"/>
                    </a:ext>
                  </a:extLst>
                </a:gridCol>
                <a:gridCol w="1645063">
                  <a:extLst>
                    <a:ext uri="{9D8B030D-6E8A-4147-A177-3AD203B41FA5}">
                      <a16:colId xmlns:a16="http://schemas.microsoft.com/office/drawing/2014/main" val="3364286044"/>
                    </a:ext>
                  </a:extLst>
                </a:gridCol>
              </a:tblGrid>
              <a:tr h="356766">
                <a:tc>
                  <a:txBody>
                    <a:bodyPr/>
                    <a:lstStyle/>
                    <a:p>
                      <a:r>
                        <a:rPr lang="en-CA" sz="1600" dirty="0"/>
                        <a:t>Feature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System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RW Mean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Sim Mean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Diff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263312"/>
                  </a:ext>
                </a:extLst>
              </a:tr>
              <a:tr h="356766">
                <a:tc rowSpan="2">
                  <a:txBody>
                    <a:bodyPr/>
                    <a:lstStyle/>
                    <a:p>
                      <a:r>
                        <a:rPr lang="en-CA" sz="1600" b="1" dirty="0"/>
                        <a:t>Doppler shift</a:t>
                      </a:r>
                      <a:endParaRPr lang="en-CA" sz="1600" dirty="0"/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GPS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-191.29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-27.49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-163.80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2864443"/>
                  </a:ext>
                </a:extLst>
              </a:tr>
              <a:tr h="356766">
                <a:tc vMerge="1">
                  <a:txBody>
                    <a:bodyPr/>
                    <a:lstStyle/>
                    <a:p>
                      <a:endParaRPr lang="en-CA" sz="1600"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PL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52.19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-0.00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52.19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973120"/>
                  </a:ext>
                </a:extLst>
              </a:tr>
              <a:tr h="356766">
                <a:tc rowSpan="2">
                  <a:txBody>
                    <a:bodyPr/>
                    <a:lstStyle/>
                    <a:p>
                      <a:r>
                        <a:rPr lang="en-CA" sz="1600" b="1" dirty="0"/>
                        <a:t>Elevation</a:t>
                      </a:r>
                      <a:endParaRPr lang="en-CA" sz="1600" dirty="0"/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GPS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43.26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35.34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7.92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59077187"/>
                  </a:ext>
                </a:extLst>
              </a:tr>
              <a:tr h="356766">
                <a:tc vMerge="1">
                  <a:txBody>
                    <a:bodyPr/>
                    <a:lstStyle/>
                    <a:p>
                      <a:endParaRPr lang="en-CA" sz="1600"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PL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4.47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16.13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-11.66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118317"/>
                  </a:ext>
                </a:extLst>
              </a:tr>
              <a:tr h="356766">
                <a:tc rowSpan="2">
                  <a:txBody>
                    <a:bodyPr/>
                    <a:lstStyle/>
                    <a:p>
                      <a:r>
                        <a:rPr lang="en-CA" sz="1600" b="1" dirty="0" err="1"/>
                        <a:t>Pseudorange</a:t>
                      </a:r>
                      <a:endParaRPr lang="en-CA" sz="1600" b="1" dirty="0"/>
                    </a:p>
                    <a:p>
                      <a:r>
                        <a:rPr lang="en-CA" sz="1600" b="1" dirty="0"/>
                        <a:t>Residual</a:t>
                      </a:r>
                      <a:endParaRPr lang="en-CA" sz="1600" dirty="0"/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GPS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-0.37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-0.29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-0.08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63946767"/>
                  </a:ext>
                </a:extLst>
              </a:tr>
              <a:tr h="356766">
                <a:tc vMerge="1">
                  <a:txBody>
                    <a:bodyPr/>
                    <a:lstStyle/>
                    <a:p>
                      <a:endParaRPr lang="en-CA" sz="1600"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PL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1.28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-0.34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1.62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154953"/>
                  </a:ext>
                </a:extLst>
              </a:tr>
              <a:tr h="356766">
                <a:tc rowSpan="2">
                  <a:txBody>
                    <a:bodyPr/>
                    <a:lstStyle/>
                    <a:p>
                      <a:r>
                        <a:rPr lang="en-CA" sz="1600" b="1" dirty="0" err="1"/>
                        <a:t>Pseudorange</a:t>
                      </a:r>
                      <a:endParaRPr lang="en-CA" sz="1600" dirty="0"/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GPS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22,186,348.15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22,612,315.60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-425,967.45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6240482"/>
                  </a:ext>
                </a:extLst>
              </a:tr>
              <a:tr h="356766">
                <a:tc vMerge="1">
                  <a:txBody>
                    <a:bodyPr/>
                    <a:lstStyle/>
                    <a:p>
                      <a:endParaRPr lang="en-CA" sz="1600"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PL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26.72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20.71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6.02</a:t>
                      </a:r>
                    </a:p>
                  </a:txBody>
                  <a:tcPr marL="87027" marR="87027" marT="43513" marB="4351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817125"/>
                  </a:ext>
                </a:extLst>
              </a:tr>
              <a:tr h="356766">
                <a:tc rowSpan="2">
                  <a:txBody>
                    <a:bodyPr/>
                    <a:lstStyle/>
                    <a:p>
                      <a:r>
                        <a:rPr lang="en-CA" sz="1600" b="1" dirty="0"/>
                        <a:t>CN0</a:t>
                      </a:r>
                      <a:endParaRPr lang="en-CA" sz="1600" dirty="0"/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GPS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43.61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35.94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7.68</a:t>
                      </a:r>
                    </a:p>
                  </a:txBody>
                  <a:tcPr marL="87027" marR="87027" marT="43513" marB="4351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51206976"/>
                  </a:ext>
                </a:extLst>
              </a:tr>
              <a:tr h="356766">
                <a:tc vMerge="1">
                  <a:txBody>
                    <a:bodyPr/>
                    <a:lstStyle/>
                    <a:p>
                      <a:endParaRPr lang="en-CA" sz="1600"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PL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47.73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169.10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-121.37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7260693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3A44AC0-2441-4822-90E2-6B20E9A7091A}"/>
              </a:ext>
            </a:extLst>
          </p:cNvPr>
          <p:cNvSpPr/>
          <p:nvPr/>
        </p:nvSpPr>
        <p:spPr>
          <a:xfrm flipH="1">
            <a:off x="4447642" y="5929717"/>
            <a:ext cx="4632988" cy="4190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A153FA-0E79-4675-86F4-105F16192360}"/>
              </a:ext>
            </a:extLst>
          </p:cNvPr>
          <p:cNvSpPr/>
          <p:nvPr/>
        </p:nvSpPr>
        <p:spPr>
          <a:xfrm flipH="1">
            <a:off x="4447642" y="2754581"/>
            <a:ext cx="4632988" cy="674419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99077-1040-4DC5-90C6-5CF64C5B1107}"/>
              </a:ext>
            </a:extLst>
          </p:cNvPr>
          <p:cNvSpPr txBox="1"/>
          <p:nvPr/>
        </p:nvSpPr>
        <p:spPr>
          <a:xfrm>
            <a:off x="9252137" y="2630125"/>
            <a:ext cx="2729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Vehicle speed</a:t>
            </a:r>
          </a:p>
          <a:p>
            <a:r>
              <a:rPr lang="en-CA" dirty="0"/>
              <a:t>Different Sat</a:t>
            </a:r>
          </a:p>
          <a:p>
            <a:r>
              <a:rPr lang="en-CA" dirty="0"/>
              <a:t>Unrealistic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99642-4597-40D4-A00E-2B5BF5E0200D}"/>
              </a:ext>
            </a:extLst>
          </p:cNvPr>
          <p:cNvSpPr txBox="1"/>
          <p:nvPr/>
        </p:nvSpPr>
        <p:spPr>
          <a:xfrm>
            <a:off x="9252137" y="5816082"/>
            <a:ext cx="2729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Unable to change simulated signal power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F09B0D-B04E-4E85-8707-CC823988D912}"/>
              </a:ext>
            </a:extLst>
          </p:cNvPr>
          <p:cNvSpPr/>
          <p:nvPr/>
        </p:nvSpPr>
        <p:spPr>
          <a:xfrm flipH="1">
            <a:off x="4447642" y="4898673"/>
            <a:ext cx="4632988" cy="674419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7692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7027"/>
            <a:ext cx="5175739" cy="5059936"/>
          </a:xfrm>
        </p:spPr>
        <p:txBody>
          <a:bodyPr>
            <a:normAutofit/>
          </a:bodyPr>
          <a:lstStyle/>
          <a:p>
            <a:r>
              <a:rPr lang="en-CA" sz="2000" dirty="0"/>
              <a:t>Features: CN0, elevation, </a:t>
            </a:r>
            <a:r>
              <a:rPr lang="en-CA" sz="2000" dirty="0" err="1"/>
              <a:t>pseudorange</a:t>
            </a:r>
            <a:r>
              <a:rPr lang="en-CA" sz="2000" dirty="0"/>
              <a:t> residual</a:t>
            </a:r>
          </a:p>
          <a:p>
            <a:r>
              <a:rPr lang="en-CA" sz="2000" dirty="0"/>
              <a:t>SVM (Support Vector Machine)</a:t>
            </a:r>
          </a:p>
          <a:p>
            <a:pPr lvl="1"/>
            <a:r>
              <a:rPr lang="en-CA" sz="1800" dirty="0"/>
              <a:t>Non-temporal</a:t>
            </a:r>
          </a:p>
          <a:p>
            <a:pPr lvl="1"/>
            <a:r>
              <a:rPr lang="en-CA" sz="1800" dirty="0"/>
              <a:t>Linear or non-linear decision boundary</a:t>
            </a:r>
          </a:p>
          <a:p>
            <a:r>
              <a:rPr lang="en-CA" sz="2000" dirty="0"/>
              <a:t>Imbalanced and balanced data</a:t>
            </a:r>
          </a:p>
          <a:p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1F8955-632E-4A32-A39F-79F76F4EA30A}"/>
              </a:ext>
            </a:extLst>
          </p:cNvPr>
          <p:cNvSpPr/>
          <p:nvPr/>
        </p:nvSpPr>
        <p:spPr>
          <a:xfrm flipH="1">
            <a:off x="9071571" y="1117028"/>
            <a:ext cx="1077360" cy="58502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8D527B-8B7C-46F5-9A87-E0DC7700B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204455"/>
              </p:ext>
            </p:extLst>
          </p:nvPr>
        </p:nvGraphicFramePr>
        <p:xfrm>
          <a:off x="1680212" y="4059776"/>
          <a:ext cx="8412480" cy="109728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834662">
                  <a:extLst>
                    <a:ext uri="{9D8B030D-6E8A-4147-A177-3AD203B41FA5}">
                      <a16:colId xmlns:a16="http://schemas.microsoft.com/office/drawing/2014/main" val="4213503541"/>
                    </a:ext>
                  </a:extLst>
                </a:gridCol>
                <a:gridCol w="2371578">
                  <a:extLst>
                    <a:ext uri="{9D8B030D-6E8A-4147-A177-3AD203B41FA5}">
                      <a16:colId xmlns:a16="http://schemas.microsoft.com/office/drawing/2014/main" val="15688868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040794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51973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Sim Testing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Real-world GPS 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Real-world PL 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972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1"/>
                        <a:t>Imbalanced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28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1" dirty="0"/>
                        <a:t>Balanced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60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09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7027"/>
            <a:ext cx="5175739" cy="5059936"/>
          </a:xfrm>
        </p:spPr>
        <p:txBody>
          <a:bodyPr>
            <a:normAutofit/>
          </a:bodyPr>
          <a:lstStyle/>
          <a:p>
            <a:r>
              <a:rPr lang="en-CA" sz="2000" dirty="0"/>
              <a:t>Features: CN0, elevation, </a:t>
            </a:r>
            <a:r>
              <a:rPr lang="en-CA" sz="2000" dirty="0" err="1"/>
              <a:t>pseudorange</a:t>
            </a:r>
            <a:r>
              <a:rPr lang="en-CA" sz="2000" dirty="0"/>
              <a:t> residual</a:t>
            </a:r>
          </a:p>
          <a:p>
            <a:r>
              <a:rPr lang="en-CA" sz="2000" dirty="0"/>
              <a:t>LSTM (Long Short-Term Memory) </a:t>
            </a:r>
          </a:p>
          <a:p>
            <a:pPr lvl="1"/>
            <a:r>
              <a:rPr lang="en-CA" sz="1800" dirty="0"/>
              <a:t>Temporal</a:t>
            </a:r>
          </a:p>
          <a:p>
            <a:pPr lvl="1"/>
            <a:r>
              <a:rPr lang="en-CA" sz="1800" dirty="0"/>
              <a:t>Does </a:t>
            </a:r>
            <a:r>
              <a:rPr lang="en-CA" sz="1800" b="1" dirty="0"/>
              <a:t>not</a:t>
            </a:r>
            <a:r>
              <a:rPr lang="en-CA" sz="1800" dirty="0"/>
              <a:t> make sense to make imbalanced data balanced</a:t>
            </a:r>
          </a:p>
          <a:p>
            <a:endParaRPr lang="en-CA" sz="2000" dirty="0"/>
          </a:p>
          <a:p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1F8955-632E-4A32-A39F-79F76F4EA30A}"/>
              </a:ext>
            </a:extLst>
          </p:cNvPr>
          <p:cNvSpPr/>
          <p:nvPr/>
        </p:nvSpPr>
        <p:spPr>
          <a:xfrm flipH="1">
            <a:off x="9071571" y="1117028"/>
            <a:ext cx="1077360" cy="58502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686EE4-FB5C-4844-99E1-73CCB5C1D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943736"/>
              </p:ext>
            </p:extLst>
          </p:nvPr>
        </p:nvGraphicFramePr>
        <p:xfrm>
          <a:off x="2597543" y="4228855"/>
          <a:ext cx="6577818" cy="73152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2371578">
                  <a:extLst>
                    <a:ext uri="{9D8B030D-6E8A-4147-A177-3AD203B41FA5}">
                      <a16:colId xmlns:a16="http://schemas.microsoft.com/office/drawing/2014/main" val="41453239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997731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57170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Sim Testing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Real-world GPS 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Real-world PL 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905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21.9%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334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551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79-0ED1-45D3-A756-39D19514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Exclude Classified Data in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C9CC-9326-4BD5-BD34-60F83C43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7027"/>
            <a:ext cx="5175739" cy="5059936"/>
          </a:xfrm>
        </p:spPr>
        <p:txBody>
          <a:bodyPr>
            <a:normAutofit/>
          </a:bodyPr>
          <a:lstStyle/>
          <a:p>
            <a:r>
              <a:rPr lang="en-CA" sz="2000" dirty="0"/>
              <a:t>SVM Balanced </a:t>
            </a:r>
            <a:endParaRPr lang="en-CA" sz="1800" dirty="0"/>
          </a:p>
          <a:p>
            <a:endParaRPr lang="en-CA" sz="2000" dirty="0"/>
          </a:p>
          <a:p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9BCF8-701F-4FAA-BFB9-59E8333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2" y="1117027"/>
            <a:ext cx="5467348" cy="126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1F8955-632E-4A32-A39F-79F76F4EA30A}"/>
              </a:ext>
            </a:extLst>
          </p:cNvPr>
          <p:cNvSpPr/>
          <p:nvPr/>
        </p:nvSpPr>
        <p:spPr>
          <a:xfrm flipH="1">
            <a:off x="9071570" y="1117028"/>
            <a:ext cx="2135691" cy="58502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23E46-62C1-4C75-ACCC-C26287003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409539"/>
            <a:ext cx="4191367" cy="488641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896B89-F2A1-487B-AC29-4389D8869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979682"/>
              </p:ext>
            </p:extLst>
          </p:nvPr>
        </p:nvGraphicFramePr>
        <p:xfrm>
          <a:off x="5690943" y="4241870"/>
          <a:ext cx="5858366" cy="182880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1744352">
                  <a:extLst>
                    <a:ext uri="{9D8B030D-6E8A-4147-A177-3AD203B41FA5}">
                      <a16:colId xmlns:a16="http://schemas.microsoft.com/office/drawing/2014/main" val="2615656301"/>
                    </a:ext>
                  </a:extLst>
                </a:gridCol>
                <a:gridCol w="1371338">
                  <a:extLst>
                    <a:ext uri="{9D8B030D-6E8A-4147-A177-3AD203B41FA5}">
                      <a16:colId xmlns:a16="http://schemas.microsoft.com/office/drawing/2014/main" val="4265552615"/>
                    </a:ext>
                  </a:extLst>
                </a:gridCol>
                <a:gridCol w="1371338">
                  <a:extLst>
                    <a:ext uri="{9D8B030D-6E8A-4147-A177-3AD203B41FA5}">
                      <a16:colId xmlns:a16="http://schemas.microsoft.com/office/drawing/2014/main" val="1449931140"/>
                    </a:ext>
                  </a:extLst>
                </a:gridCol>
                <a:gridCol w="1371338">
                  <a:extLst>
                    <a:ext uri="{9D8B030D-6E8A-4147-A177-3AD203B41FA5}">
                      <a16:colId xmlns:a16="http://schemas.microsoft.com/office/drawing/2014/main" val="13878626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CA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Avail. 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2D Error /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3D Error /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6520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CA" dirty="0"/>
                        <a:t>1: 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0112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CA" dirty="0"/>
                        <a:t>2: GPS+PL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3.97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6241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CA" dirty="0"/>
                        <a:t>3: GPS+</a:t>
                      </a:r>
                      <a:r>
                        <a:rPr lang="en-CA" b="1" dirty="0"/>
                        <a:t>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11.87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489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CA" dirty="0"/>
                        <a:t>4: GPS+PL+</a:t>
                      </a:r>
                      <a:r>
                        <a:rPr lang="en-CA" b="1" dirty="0"/>
                        <a:t>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91979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75E5A3B-CBBF-4246-A0FF-FEFBE19D7A32}"/>
              </a:ext>
            </a:extLst>
          </p:cNvPr>
          <p:cNvSpPr/>
          <p:nvPr/>
        </p:nvSpPr>
        <p:spPr>
          <a:xfrm flipH="1">
            <a:off x="3362219" y="1702051"/>
            <a:ext cx="548878" cy="677038"/>
          </a:xfrm>
          <a:prstGeom prst="rect">
            <a:avLst/>
          </a:prstGeom>
          <a:solidFill>
            <a:srgbClr val="FFFF00">
              <a:alpha val="40000"/>
            </a:srgb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533AD-0E3A-4221-8B05-396641A8F9EC}"/>
              </a:ext>
            </a:extLst>
          </p:cNvPr>
          <p:cNvSpPr/>
          <p:nvPr/>
        </p:nvSpPr>
        <p:spPr>
          <a:xfrm flipH="1">
            <a:off x="4094041" y="4353208"/>
            <a:ext cx="659028" cy="1169406"/>
          </a:xfrm>
          <a:prstGeom prst="rect">
            <a:avLst/>
          </a:prstGeom>
          <a:solidFill>
            <a:srgbClr val="FFFF00">
              <a:alpha val="40000"/>
            </a:srgb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445F54-4639-48D2-A321-572787D431D7}"/>
              </a:ext>
            </a:extLst>
          </p:cNvPr>
          <p:cNvSpPr/>
          <p:nvPr/>
        </p:nvSpPr>
        <p:spPr>
          <a:xfrm flipH="1">
            <a:off x="1304065" y="4571567"/>
            <a:ext cx="659028" cy="1169406"/>
          </a:xfrm>
          <a:prstGeom prst="rect">
            <a:avLst/>
          </a:prstGeom>
          <a:solidFill>
            <a:srgbClr val="FFFF00">
              <a:alpha val="40000"/>
            </a:srgb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30FC46-1799-4D07-A579-D3B8D3CD3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604527"/>
              </p:ext>
            </p:extLst>
          </p:nvPr>
        </p:nvGraphicFramePr>
        <p:xfrm>
          <a:off x="5886452" y="2671533"/>
          <a:ext cx="5467348" cy="137160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437803">
                  <a:extLst>
                    <a:ext uri="{9D8B030D-6E8A-4147-A177-3AD203B41FA5}">
                      <a16:colId xmlns:a16="http://schemas.microsoft.com/office/drawing/2014/main" val="4213503541"/>
                    </a:ext>
                  </a:extLst>
                </a:gridCol>
                <a:gridCol w="1295871">
                  <a:extLst>
                    <a:ext uri="{9D8B030D-6E8A-4147-A177-3AD203B41FA5}">
                      <a16:colId xmlns:a16="http://schemas.microsoft.com/office/drawing/2014/main" val="1568886849"/>
                    </a:ext>
                  </a:extLst>
                </a:gridCol>
                <a:gridCol w="1366837">
                  <a:extLst>
                    <a:ext uri="{9D8B030D-6E8A-4147-A177-3AD203B41FA5}">
                      <a16:colId xmlns:a16="http://schemas.microsoft.com/office/drawing/2014/main" val="3004079441"/>
                    </a:ext>
                  </a:extLst>
                </a:gridCol>
                <a:gridCol w="1366837">
                  <a:extLst>
                    <a:ext uri="{9D8B030D-6E8A-4147-A177-3AD203B41FA5}">
                      <a16:colId xmlns:a16="http://schemas.microsoft.com/office/drawing/2014/main" val="651973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Sim Testing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Real-world GPS 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Real-world PL 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972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1"/>
                        <a:t>Imbalanced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28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1" dirty="0"/>
                        <a:t>Balanced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60644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3078F71-BD06-4E28-9103-863B0358AA10}"/>
              </a:ext>
            </a:extLst>
          </p:cNvPr>
          <p:cNvSpPr/>
          <p:nvPr/>
        </p:nvSpPr>
        <p:spPr>
          <a:xfrm flipH="1">
            <a:off x="5886451" y="3656848"/>
            <a:ext cx="5467346" cy="38628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5690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57687e8-d2e9-4d5e-bbd0-faffbf5326bb">TUT3Z2TRPQSR-1324220045-521</_dlc_DocId>
    <_dlc_DocIdUrl xmlns="357687e8-d2e9-4d5e-bbd0-faffbf5326bb">
      <Url>https://spass.rwth-aachen.de/units/irt/FireFly2/_layouts/15/DocIdRedir.aspx?ID=TUT3Z2TRPQSR-1324220045-521</Url>
      <Description>TUT3Z2TRPQSR-1324220045-521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A8B63E5B73C9D4FAFDBFDA3314E8E75" ma:contentTypeVersion="0" ma:contentTypeDescription="Ein neues Dokument erstellen." ma:contentTypeScope="" ma:versionID="ac094ceb9a3c962c2de2b2c8dac10214">
  <xsd:schema xmlns:xsd="http://www.w3.org/2001/XMLSchema" xmlns:xs="http://www.w3.org/2001/XMLSchema" xmlns:p="http://schemas.microsoft.com/office/2006/metadata/properties" xmlns:ns2="357687e8-d2e9-4d5e-bbd0-faffbf5326bb" targetNamespace="http://schemas.microsoft.com/office/2006/metadata/properties" ma:root="true" ma:fieldsID="0735781f1d744a54cda6d85f010e66a5" ns2:_="">
    <xsd:import namespace="357687e8-d2e9-4d5e-bbd0-faffbf5326b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7687e8-d2e9-4d5e-bbd0-faffbf5326b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2A03AA-5791-461F-A27E-ED01A9664B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ED294-04BF-4036-BB34-63D156D5B5D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560854F4-0BB0-4BB5-97AE-E43E5D860304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357687e8-d2e9-4d5e-bbd0-faffbf5326bb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D8CFC403-BBCD-4F25-9416-D06485AE42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7687e8-d2e9-4d5e-bbd0-faffbf5326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Widescreen</PresentationFormat>
  <Paragraphs>206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MyriadPro-Light</vt:lpstr>
      <vt:lpstr>Arial</vt:lpstr>
      <vt:lpstr>Calibri</vt:lpstr>
      <vt:lpstr>Calibri Light</vt:lpstr>
      <vt:lpstr>Courier New</vt:lpstr>
      <vt:lpstr>Verdana</vt:lpstr>
      <vt:lpstr>Wingdings</vt:lpstr>
      <vt:lpstr>Office Theme</vt:lpstr>
      <vt:lpstr>PowerPoint Presentation</vt:lpstr>
      <vt:lpstr>Overview</vt:lpstr>
      <vt:lpstr>Real-World Data Preprocessing</vt:lpstr>
      <vt:lpstr>Real-World Data LS</vt:lpstr>
      <vt:lpstr>Real-World Data LS</vt:lpstr>
      <vt:lpstr>Real-World Data EKF</vt:lpstr>
      <vt:lpstr>Simulation Data</vt:lpstr>
      <vt:lpstr>Simulation Data</vt:lpstr>
      <vt:lpstr>Simulation Data</vt:lpstr>
      <vt:lpstr>Simulation Data</vt:lpstr>
      <vt:lpstr>Simulation Data</vt:lpstr>
      <vt:lpstr>Exclude Classified Data in Positioning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Thomas Pany</dc:creator>
  <cp:lastModifiedBy>Katherine Chen</cp:lastModifiedBy>
  <cp:revision>550</cp:revision>
  <cp:lastPrinted>2021-07-13T16:14:19Z</cp:lastPrinted>
  <dcterms:created xsi:type="dcterms:W3CDTF">2020-10-07T09:35:10Z</dcterms:created>
  <dcterms:modified xsi:type="dcterms:W3CDTF">2025-09-26T11:48:14Z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0x0101009A8B63E5B73C9D4FAFDBFDA3314E8E75</vt:lpwstr>
  </property>
  <property fmtid="{D5CDD505-2E9C-101B-9397-08002B2CF9AE}" pid="3" name="_dlc_DocIdItemGuid">
    <vt:lpwstr>e7ce7d45-c529-4a6f-ae2b-cf99eb99557b</vt:lpwstr>
  </property>
</Properties>
</file>